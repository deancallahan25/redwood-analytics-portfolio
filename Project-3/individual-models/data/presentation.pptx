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mins and maxes)</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a:t>Will not work for less frequent species in the dataset or species that don’t appear in it</a:t>
            </a:r>
          </a:p>
          <a:p>
            <a:pPr lvl="0"/>
            <a:r>
              <a:rPr/>
              <a:t>May work very well for some species or poorly for others: -RMSLE of 0.037176 for Sweetgum vs RMSLE of 0.666503 for Shagbark hickory</a:t>
            </a:r>
          </a:p>
          <a:p>
            <a:pPr lvl="0"/>
            <a:r>
              <a:rPr/>
              <a:t>k=3: Lower k value may lead to overfitting of data due to potential outliers and noise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MSE</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15832.049590</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16809.506015</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18117.114099</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21026.044395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21741.891998</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1051.773141</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1393.100286</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1455.022421</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1358.161657</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1607.296767</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2025-12-14T20:27:27Z</dcterms:created>
  <dcterms:modified xsi:type="dcterms:W3CDTF">2025-12-14T20:27:27Z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