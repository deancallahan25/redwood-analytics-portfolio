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Consultation SERC scientist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When predicting tree biomass, employ the performance metric root mean square logarithmic error since biomass data varies greatly, ranging from tiny saplings to enormous grandpa trees, some trees having exponential growth. RMSLE focuses on percentage errors, making it fair to both small and large trees, unlike RMSE, which we believe penalizes errors on big trees. Fitting biomass estimations where scale matters more than absolute error. This metric is particularly useful in accurately assessing the predictive performance of models when dealing with such diverse ranges of tree sizes. By prioritizing percentage errors, RMSLE provides a more balanced evaluation that considers the unique characteristics of tree biomass data.</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indent="0" marL="0">
              <a:buNone/>
            </a:pPr>
            <a:r>
              <a:rPr/>
              <a:t>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2025-12-14T23:22:21Z</dcterms:created>
  <dcterms:modified xsi:type="dcterms:W3CDTF">2025-12-14T23:22:21Z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