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modeling.This is measured in feet.</a:t>
            </a:r>
          </a:p>
          <a:p>
            <a:pPr lvl="0" indent="0" marL="0">
              <a:buNone/>
            </a:pPr>
            <a:r>
              <a:rPr/>
              <a:t>-TT_DW_CRM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 This is measured in kilograms.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5-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295400" y="1193800"/>
            <a:ext cx="65532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Expert 3 (Explain the inputs and settings for the best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indent="0" marL="0">
              <a:buNone/>
            </a:pPr>
            <a:r>
              <a:rPr/>
              <a:t>The Performance metric we choose is Root Mean Square Logarithmic Error(RMSLE), because when we were looking at the dataset of the biomass of different kinds of tree species, we saw that some species have more data than other species so the assume that the data is skewed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MSE</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15832.049590</a:t>
                      </a:r>
                    </a:p>
                  </a:txBody>
                </a:tc>
                <a:tc>
                  <a:txBody>
                    <a:bodyPr/>
                    <a:lstStyle/>
                    <a:p>
                      <a:pPr lvl="0" indent="0" marL="0">
                        <a:buNone/>
                      </a:pPr>
                      <a:r>
                        <a:rPr/>
                        <a:t>125.825473</a:t>
                      </a:r>
                    </a:p>
                  </a:txBody>
                </a:tc>
                <a:tc>
                  <a:txBody>
                    <a:bodyPr/>
                    <a:lstStyle/>
                    <a:p>
                      <a:pPr lvl="0" indent="0" marL="0">
                        <a:buNone/>
                      </a:pPr>
                      <a:r>
                        <a:rPr/>
                        <a:t>34.801913</a:t>
                      </a:r>
                    </a:p>
                  </a:txBody>
                </a:tc>
                <a:tc>
                  <a:txBody>
                    <a:bodyPr/>
                    <a:lstStyle/>
                    <a:p>
                      <a:pPr lvl="0" indent="0" marL="0">
                        <a:buNone/>
                      </a:pPr>
                      <a:r>
                        <a:rPr/>
                        <a:t>0.119574</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16809.506015</a:t>
                      </a:r>
                    </a:p>
                  </a:txBody>
                </a:tc>
                <a:tc>
                  <a:txBody>
                    <a:bodyPr/>
                    <a:lstStyle/>
                    <a:p>
                      <a:pPr lvl="0" indent="0" marL="0">
                        <a:buNone/>
                      </a:pPr>
                      <a:r>
                        <a:rPr/>
                        <a:t>129.651479</a:t>
                      </a:r>
                    </a:p>
                  </a:txBody>
                </a:tc>
                <a:tc>
                  <a:txBody>
                    <a:bodyPr/>
                    <a:lstStyle/>
                    <a:p>
                      <a:pPr lvl="0" indent="0" marL="0">
                        <a:buNone/>
                      </a:pPr>
                      <a:r>
                        <a:rPr/>
                        <a:t>36.646493</a:t>
                      </a:r>
                    </a:p>
                  </a:txBody>
                </a:tc>
                <a:tc>
                  <a:txBody>
                    <a:bodyPr/>
                    <a:lstStyle/>
                    <a:p>
                      <a:pPr lvl="0" indent="0" marL="0">
                        <a:buNone/>
                      </a:pPr>
                      <a:r>
                        <a:rPr/>
                        <a:t>0.123724</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18117.114099</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21026.044395</a:t>
                      </a:r>
                    </a:p>
                  </a:txBody>
                </a:tc>
                <a:tc>
                  <a:txBody>
                    <a:bodyPr/>
                    <a:lstStyle/>
                    <a:p>
                      <a:pPr lvl="0" indent="0" marL="0">
                        <a:buNone/>
                      </a:pPr>
                      <a:r>
                        <a:rPr/>
                        <a:t>145.003601</a:t>
                      </a:r>
                    </a:p>
                  </a:txBody>
                </a:tc>
                <a:tc>
                  <a:txBody>
                    <a:bodyPr/>
                    <a:lstStyle/>
                    <a:p>
                      <a:pPr lvl="0" indent="0" marL="0">
                        <a:buNone/>
                      </a:pPr>
                      <a:r>
                        <a:rPr/>
                        <a:t>41.209530</a:t>
                      </a:r>
                    </a:p>
                  </a:txBody>
                </a:tc>
                <a:tc>
                  <a:txBody>
                    <a:bodyPr/>
                    <a:lstStyle/>
                    <a:p>
                      <a:pPr lvl="0" indent="0" marL="0">
                        <a:buNone/>
                      </a:pPr>
                      <a:r>
                        <a:rPr/>
                        <a:t>0.144063</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21741.891998</a:t>
                      </a:r>
                    </a:p>
                  </a:txBody>
                </a:tc>
                <a:tc>
                  <a:txBody>
                    <a:bodyPr/>
                    <a:lstStyle/>
                    <a:p>
                      <a:pPr lvl="0" indent="0" marL="0">
                        <a:buNone/>
                      </a:pPr>
                      <a:r>
                        <a:rPr/>
                        <a:t>147.451321</a:t>
                      </a:r>
                    </a:p>
                  </a:txBody>
                </a:tc>
                <a:tc>
                  <a:txBody>
                    <a:bodyPr/>
                    <a:lstStyle/>
                    <a:p>
                      <a:pPr lvl="0" indent="0" marL="0">
                        <a:buNone/>
                      </a:pPr>
                      <a:r>
                        <a:rPr/>
                        <a:t>40.791681</a:t>
                      </a:r>
                    </a:p>
                  </a:txBody>
                </a:tc>
                <a:tc>
                  <a:txBody>
                    <a:bodyPr/>
                    <a:lstStyle/>
                    <a:p>
                      <a:pPr lvl="0" indent="0" marL="0">
                        <a:buNone/>
                      </a:pPr>
                      <a:r>
                        <a:rPr/>
                        <a:t>0.142862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1051.773141</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1393.100286</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1455.022421</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1358.161657</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1607.296767</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2025-12-14T04:51:44Z</dcterms:created>
  <dcterms:modified xsi:type="dcterms:W3CDTF">2025-12-14T04:51:44Z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