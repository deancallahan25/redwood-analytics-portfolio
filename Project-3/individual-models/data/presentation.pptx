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a:r>
              <a:rPr/>
              <a:t>NEED UNITS (likely KG) STILL 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2025-12-13T00:32:16Z</dcterms:created>
  <dcterms:modified xsi:type="dcterms:W3CDTF">2025-12-13T00:32:16Z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