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General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Valid species only include species in the dataset with a count greater than 100.</a:t>
            </a:r>
          </a:p>
          <a:p>
            <a:pPr lvl="0"/>
            <a:r>
              <a:rPr b="1"/>
              <a:t>DO_BH:</a:t>
            </a:r>
            <a:r>
              <a:rPr/>
              <a:t> Diameter at breast height, measured in </a:t>
            </a:r>
            <a:r>
              <a:rPr b="1"/>
              <a:t>inches</a:t>
            </a:r>
            <a:r>
              <a:rPr/>
              <a:t>. Valid Range: 1.0-255.9 inches (based on training data)</a:t>
            </a:r>
          </a:p>
          <a:p>
            <a:pPr lvl="0"/>
            <a:r>
              <a:rPr b="1"/>
              <a:t>HT_TOT:</a:t>
            </a:r>
            <a:r>
              <a:rPr/>
              <a:t> Total tree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General Information Cont.</a:t>
            </a:r>
          </a:p>
        </p:txBody>
      </p:sp>
      <p:sp>
        <p:nvSpPr>
          <p:cNvPr id="3" name="Content Placeholder 2"/>
          <p:cNvSpPr>
            <a:spLocks noGrp="1"/>
          </p:cNvSpPr>
          <p:nvPr>
            <p:ph idx="1"/>
          </p:nvPr>
        </p:nvSpPr>
        <p:spPr/>
        <p:txBody>
          <a:bodyPr/>
          <a:lstStyle/>
          <a:p>
            <a:pPr lvl="0" indent="0" marL="0">
              <a:spcBef>
                <a:spcPts val="3000"/>
              </a:spcBef>
              <a:buNone/>
            </a:pPr>
            <a:r>
              <a:rPr b="1"/>
              <a:t>Model Limitations:</a:t>
            </a:r>
          </a:p>
          <a:p>
            <a:pPr lvl="0"/>
            <a:r>
              <a:rPr/>
              <a:t>Will not work for less frequent species in the dataset or species that don’t appear in it</a:t>
            </a:r>
          </a:p>
          <a:p>
            <a:pPr lvl="0"/>
            <a:r>
              <a:rPr/>
              <a:t>May work very well for some species or poorly for others: -RMSLE of 0.037176 for Sweetgum vs RMSLE of 0.666503 for Shagbark hickory</a:t>
            </a:r>
          </a:p>
          <a:p>
            <a:pPr lvl="0"/>
            <a:r>
              <a:rPr/>
              <a:t>k=3: Lower k value may lead to overfitting of data due to potential outliers and noise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MSE</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15832.049590</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16809.506015</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18117.114099</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21026.044395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21741.891998</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1051.773141</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1393.100286</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1455.022421</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1358.161657</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1607.296767</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2025-12-14T05:54:31Z</dcterms:created>
  <dcterms:modified xsi:type="dcterms:W3CDTF">2025-12-14T05:54:31Z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