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a:p>
            <a:pPr lvl="0"/>
            <a:r>
              <a:rPr/>
              <a:t>HT_TOT (Total Tree Height): The total height of the tree measured from ground level to the top of the crown. Used as a second size metric in volume and biomass modeling.This is measured in feet.</a:t>
            </a:r>
          </a:p>
          <a:p>
            <a:pPr lvl="0"/>
            <a:r>
              <a:rPr/>
              <a:t>NEED UNITS (likely KG) STILL 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2025-12-13T00:28:28Z</dcterms:created>
  <dcterms:modified xsi:type="dcterms:W3CDTF">2025-12-13T00:28:28Z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