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indent="0" marL="0">
              <a:buNone/>
            </a:pPr>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 This is measured in kilograms.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Technical Lead</a:t>
            </a:r>
          </a:p>
        </p:txBody>
      </p:sp>
      <p:sp>
        <p:nvSpPr>
          <p:cNvPr id="4" name="Text Placeholder 3"/>
          <p:cNvSpPr>
            <a:spLocks noGrp="1"/>
          </p:cNvSpPr>
          <p:nvPr>
            <p:ph idx="2" sz="half" type="body"/>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Tree Species Name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Combined Dataset (species mapped onto bigger dataset):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2025-12-13T00:54:14Z</dcterms:created>
  <dcterms:modified xsi:type="dcterms:W3CDTF">2025-12-13T00:54:14Z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