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Insights</a:t>
            </a:r>
          </a:p>
        </p:txBody>
      </p:sp>
      <p:sp>
        <p:nvSpPr>
          <p:cNvPr id="3" name="Content Placeholder 2"/>
          <p:cNvSpPr>
            <a:spLocks noGrp="1"/>
          </p:cNvSpPr>
          <p:nvPr>
            <p:ph idx="1"/>
          </p:nvPr>
        </p:nvSpPr>
        <p:spPr/>
        <p:txBody>
          <a:bodyPr/>
          <a:lstStyle/>
          <a:p>
            <a:pPr lvl="0"/>
            <a:r>
              <a:rPr/>
              <a:t>When predicting tree biomass, employ the performance metric root mean square logarithmic error since biomass data varies greatly, ranging from tiny saplings to enormous unc trees, some trees having exponential growth.</a:t>
            </a:r>
          </a:p>
          <a:p>
            <a:pPr lvl="0"/>
            <a:r>
              <a:rPr/>
              <a:t>We chose kNN regression over linear regression because, according to science, most UNC trees grow exponentially, which makes us think that kNN regression would be more accurate than linear regression.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b="1"/>
              <a:t>RMSLE over RMSE</a:t>
            </a:r>
            <a:r>
              <a:rPr/>
              <a:t>: focuses on percentage errors, making it fair to both small and large trees, unlike RMSE, which we believe penalizes errors on big trees. Fitting biomass estimations where scale matters more than absolute error.</a:t>
            </a:r>
          </a:p>
          <a:p>
            <a:pPr lvl="0"/>
            <a:r>
              <a:rPr/>
              <a:t>By prioritizing percentage errors, RMSLE provides a more balanced evaluation that considers the unique characteristics of tree biomass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Technical Lead</a:t>
            </a:r>
          </a:p>
        </p:txBody>
      </p:sp>
      <p:sp>
        <p:nvSpPr>
          <p:cNvPr id="4" name="Text Placeholder 3"/>
          <p:cNvSpPr>
            <a:spLocks noGrp="1"/>
          </p:cNvSpPr>
          <p:nvPr>
            <p:ph idx="2" sz="half" type="body"/>
          </p:nvPr>
        </p:nvSpPr>
        <p:spPr/>
        <p:txBody>
          <a:bodyPr/>
          <a:lstStyle/>
          <a:p>
            <a:pPr lvl="0"/>
            <a:r>
              <a:rPr/>
              <a:t>Split and filtering methods</a:t>
            </a:r>
          </a:p>
          <a:p>
            <a:pPr lvl="0"/>
            <a:r>
              <a:rPr/>
              <a:t>Feature engineering (what worked and what didn’t)</a:t>
            </a:r>
          </a:p>
          <a:p>
            <a:pPr lvl="0"/>
            <a:r>
              <a:rPr/>
              <a:t>Tuning k for the best model</a:t>
            </a:r>
          </a:p>
          <a:p>
            <a:pPr lvl="0"/>
            <a:r>
              <a:rPr/>
              <a:t>The final “best” model and error # Tree Measurement Data: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2025-12-14T23:45:36Z</dcterms:created>
  <dcterms:modified xsi:type="dcterms:W3CDTF">2025-12-14T23:45:36Z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