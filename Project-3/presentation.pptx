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153.497849</a:t>
                      </a:r>
                    </a:p>
                  </a:txBody>
                </a:tc>
                <a:tc>
                  <a:txBody>
                    <a:bodyPr/>
                    <a:lstStyle/>
                    <a:p>
                      <a:pPr lvl="0" indent="0" marL="0">
                        <a:buNone/>
                      </a:pPr>
                      <a:r>
                        <a:rPr/>
                        <a:t>42.310385</a:t>
                      </a:r>
                    </a:p>
                  </a:txBody>
                </a:tc>
                <a:tc>
                  <a:txBody>
                    <a:bodyPr/>
                    <a:lstStyle/>
                    <a:p>
                      <a:pPr lvl="0" indent="0" marL="0">
                        <a:buNone/>
                      </a:pPr>
                      <a:r>
                        <a:rPr/>
                        <a:t>0.150128</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156.757283</a:t>
                      </a:r>
                    </a:p>
                  </a:txBody>
                </a:tc>
                <a:tc>
                  <a:txBody>
                    <a:bodyPr/>
                    <a:lstStyle/>
                    <a:p>
                      <a:pPr lvl="0" indent="0" marL="0">
                        <a:buNone/>
                      </a:pPr>
                      <a:r>
                        <a:rPr/>
                        <a:t>43.465652</a:t>
                      </a:r>
                    </a:p>
                  </a:txBody>
                </a:tc>
                <a:tc>
                  <a:txBody>
                    <a:bodyPr/>
                    <a:lstStyle/>
                    <a:p>
                      <a:pPr lvl="0" indent="0" marL="0">
                        <a:buNone/>
                      </a:pPr>
                      <a:r>
                        <a:rPr/>
                        <a:t>0.154785</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161.016352</a:t>
                      </a:r>
                    </a:p>
                  </a:txBody>
                </a:tc>
                <a:tc>
                  <a:txBody>
                    <a:bodyPr/>
                    <a:lstStyle/>
                    <a:p>
                      <a:pPr lvl="0" indent="0" marL="0">
                        <a:buNone/>
                      </a:pPr>
                      <a:r>
                        <a:rPr/>
                        <a:t>44.758889</a:t>
                      </a:r>
                    </a:p>
                  </a:txBody>
                </a:tc>
                <a:tc>
                  <a:txBody>
                    <a:bodyPr/>
                    <a:lstStyle/>
                    <a:p>
                      <a:pPr lvl="0" indent="0" marL="0">
                        <a:buNone/>
                      </a:pPr>
                      <a:r>
                        <a:rPr/>
                        <a:t>0.160937</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0.152872
1   3   0.158059
2   4   0.162102
3   5   0.167931
4   6   0.174191
5   7   0.180289
6   8   0.185042
7   9   0.190129
8  10   0.196823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0.15805917967387384
Average (RMSLE) for k = 4: 0.16210180527022203
Average (RMSLE) for k = 5: 0.16793082822322966
Average (RMSLE) for k = 6: 0.17419090936308976
Average (RMSLE) for k = 7: 0.18028949487962886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0.1718436576886068
Height * diameter interacion average RMSLE: 0.15623129644085285
Volume feature average RMSLE: 0.15545015821636968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2025-12-15T19:08:53Z</dcterms:created>
  <dcterms:modified xsi:type="dcterms:W3CDTF">2025-12-15T19:08:53Z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