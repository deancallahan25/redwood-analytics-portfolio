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Redwood Analytics Project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 Redwood Analytics Project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title: “Redwood Analytics Project 3” format: pptx echo: false —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Expert 1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Expert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Project Manager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Lead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Quality Assurance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Redwood Analytics Project 3</dc:title>
  <dc:creator/>
  <cp:keywords/>
  <dcterms:created xsi:type="dcterms:W3CDTF">2025-12-12T02:03:19Z</dcterms:created>
  <dcterms:modified xsi:type="dcterms:W3CDTF">2025-12-12T02:03:19Z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