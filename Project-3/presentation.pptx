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Redwood Analytics Project 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UNITS</a:t>
            </a:r>
          </a:p>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a:t>
            </a:r>
          </a:p>
          <a:p>
            <a:pPr lvl="0"/>
            <a:r>
              <a:rPr/>
              <a:t>HT_TOT (Total Tree Height): The total height of the tree measured from ground level to the top of the crown. Used as a second size metric in volume and biomass modeling.</a:t>
            </a:r>
          </a:p>
          <a:p>
            <a:pPr lvl="0"/>
            <a:r>
              <a:rPr/>
              <a:t>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a:t>
            </a:r>
          </a:p>
          <a:p>
            <a:pPr lvl="0"/>
            <a:r>
              <a:rPr/>
              <a:t>COMMON_NAME: The corresponding string common name for the tree species for a FIA SPCD code.</a:t>
            </a:r>
          </a:p>
          <a:p>
            <a:pPr lvl="0" indent="0" marL="0">
              <a:buNone/>
            </a:pPr>
            <a:r>
              <a:rPr/>
              <a:t>#Domain Expert 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4-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dc:title>
  <dc:creator/>
  <cp:keywords/>
  <dcterms:created xsi:type="dcterms:W3CDTF">2025-12-12T23:20:42Z</dcterms:created>
  <dcterms:modified xsi:type="dcterms:W3CDTF">2025-12-12T23:20:42Z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rmat">
    <vt:lpwstr>pptx</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