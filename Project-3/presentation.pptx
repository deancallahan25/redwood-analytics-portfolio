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3" Type="http://schemas.openxmlformats.org/officeDocument/2006/relationships/viewProps" Target="viewProps.xml" /><Relationship Id="rId22" Type="http://schemas.openxmlformats.org/officeDocument/2006/relationships/presProps" Target="presProps.xml" /><Relationship Id="rId1" Type="http://schemas.openxmlformats.org/officeDocument/2006/relationships/slideMaster" Target="slideMasters/slideMaster1.xml" /><Relationship Id="rId25" Type="http://schemas.openxmlformats.org/officeDocument/2006/relationships/tableStyles" Target="tableStyles.xml" /><Relationship Id="rId2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When predicting tree biomass, employ the performance metric root mean square logarithmic error since biomass data varies greatly, ranging from tiny saplings to enormous trees, majority of trees having exponential growth.</a:t>
            </a:r>
          </a:p>
          <a:p>
            <a:pPr lvl="0"/>
            <a:r>
              <a:rPr/>
              <a:t>We chose kNN regression over linear regression because when looking at the graphs Dean presented, we saw that the tree diameter/height vs. biomass graphs all have exponential growth.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 pt 2</a:t>
            </a:r>
          </a:p>
        </p:txBody>
      </p:sp>
      <p:sp>
        <p:nvSpPr>
          <p:cNvPr id="3" name="Content Placeholder 2"/>
          <p:cNvSpPr>
            <a:spLocks noGrp="1"/>
          </p:cNvSpPr>
          <p:nvPr>
            <p:ph idx="1"/>
          </p:nvPr>
        </p:nvSpPr>
        <p:spPr/>
        <p:txBody>
          <a:bodyPr/>
          <a:lstStyle/>
          <a:p>
            <a:pPr lvl="0"/>
            <a:r>
              <a:rPr/>
              <a:t>When relations between biomass and trees diameter and height are complex and non linear, data is abundent, and the model needs to be adaptive with out maksing major changes in the model. kNN excels in capturing patterns and irregular patterns.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b="1"/>
              <a:t>RMSLE over RMSE</a:t>
            </a:r>
            <a:r>
              <a:rPr/>
              <a:t>: focuses on percentage errors, making it fair to both small and large trees, unlike RMSE, which we believe penalizes errors on big trees. Fitting biomass estimations where scale matters more than absolute error.</a:t>
            </a:r>
          </a:p>
          <a:p>
            <a:pPr lvl="0"/>
            <a:r>
              <a:rPr/>
              <a:t>By prioritizing percentage errors, RMSLE provides a more balanced evaluation that considers the unique characteristics of tree biomass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a:r>
              <a:rPr/>
              <a:t>Split and filtering methods</a:t>
            </a:r>
          </a:p>
          <a:p>
            <a:pPr lvl="0"/>
            <a:r>
              <a:rPr/>
              <a:t>Feature engineering (what worked and what didn’t)</a:t>
            </a:r>
          </a:p>
          <a:p>
            <a:pPr lvl="0"/>
            <a:r>
              <a:rPr/>
              <a:t>Tuning k for the best model</a:t>
            </a:r>
          </a:p>
          <a:p>
            <a:pPr lvl="0"/>
            <a:r>
              <a:rPr/>
              <a:t>The final “best” model and error # 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2025-12-15T00:33:43Z</dcterms:created>
  <dcterms:modified xsi:type="dcterms:W3CDTF">2025-12-15T00:33:43Z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