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4" Type="http://schemas.openxmlformats.org/officeDocument/2006/relationships/viewProps" Target="viewProps.xml" /><Relationship Id="rId13" Type="http://schemas.openxmlformats.org/officeDocument/2006/relationships/presProps" Target="presProps.xml" /><Relationship Id="rId1" Type="http://schemas.openxmlformats.org/officeDocument/2006/relationships/slideMaster" Target="slideMasters/slideMaster1.xml" /><Relationship Id="rId16" Type="http://schemas.openxmlformats.org/officeDocument/2006/relationships/tableStyles" Target="tableStyles.xml" /><Relationship Id="rId1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Redwood Analytics Project 3</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Redwood Analytics Project 3</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a:t>
            </a:r>
          </a:p>
        </p:txBody>
      </p:sp>
      <p:sp>
        <p:nvSpPr>
          <p:cNvPr id="3" name="Content Placeholder 2"/>
          <p:cNvSpPr>
            <a:spLocks noGrp="1"/>
          </p:cNvSpPr>
          <p:nvPr>
            <p:ph idx="1"/>
          </p:nvPr>
        </p:nvSpPr>
        <p:spPr/>
        <p:txBody>
          <a:bodyPr/>
          <a:lstStyle/>
          <a:p>
            <a:pPr lvl="0"/>
            <a:r>
              <a:rPr/>
              <a:t>SPCD (Species Code): A numeric code which unqiuely identifies each tree species as specifed by the FIA (Forest Inventory and Analysis) species coding system. Each FIA species code corresponds uniquely to a scientific and common name. (Official definition: FIA species code.)</a:t>
            </a:r>
          </a:p>
          <a:p>
            <a:pPr lvl="0"/>
            <a:r>
              <a:rPr/>
              <a:t>DO_BH (Diameter at Breast Height [Outside Bark]): Diameter of the tree stem measured at breast height (4.5 feet or 1.37 meters above ground) including bark. This is the standard foresty measurement “DBH (outside bark)” and is the primary size variable used in nearly all allometric biomass models. This is measured in inches.</a:t>
            </a:r>
          </a:p>
          <a:p>
            <a:pPr lvl="0"/>
            <a:r>
              <a:rPr/>
              <a:t>HT_TOT (Total Tree Height): The total height of the tree measured from ground level to the top of the crown. Used as a second size metric in volume and biomass modeling.This is measured in feet.</a:t>
            </a:r>
          </a:p>
          <a:p>
            <a:pPr lvl="0"/>
            <a:r>
              <a:rPr/>
              <a:t>NEED UNITS STILL TT_DW_CRM (Total Tree Dry Biomass): The total above-ground dry weight of the tree (includes stem wood, stem bark, branches, folliage). This value comes from destructive sampling: the tree was felled, seperated into componenets, oven-dried, and weighed. This variable serves as the response variable (“target”) from biomass prediction.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Univariate Visualizations</a:t>
            </a:r>
          </a:p>
        </p:txBody>
      </p:sp>
      <p:pic>
        <p:nvPicPr>
          <p:cNvPr descr="presentation_files/figure-pptx/cell-3-output-1.png" id="0" name="Picture 1"/>
          <p:cNvPicPr>
            <a:picLocks noGrp="1" noChangeAspect="1"/>
          </p:cNvPicPr>
          <p:nvPr/>
        </p:nvPicPr>
        <p:blipFill>
          <a:blip r:embed="rId2"/>
          <a:stretch>
            <a:fillRect/>
          </a:stretch>
        </p:blipFill>
        <p:spPr bwMode="auto">
          <a:xfrm>
            <a:off x="1346200" y="1193800"/>
            <a:ext cx="6451600" cy="33909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Bivariate Visualizations</a:t>
            </a:r>
          </a:p>
        </p:txBody>
      </p:sp>
      <p:pic>
        <p:nvPicPr>
          <p:cNvPr descr="presentation_files/figure-pptx/cell-4-output-1.png" id="0" name="Picture 1"/>
          <p:cNvPicPr>
            <a:picLocks noGrp="1" noChangeAspect="1"/>
          </p:cNvPicPr>
          <p:nvPr/>
        </p:nvPicPr>
        <p:blipFill>
          <a:blip r:embed="rId2"/>
          <a:stretch>
            <a:fillRect/>
          </a:stretch>
        </p:blipFill>
        <p:spPr bwMode="auto">
          <a:xfrm>
            <a:off x="1397000" y="1193800"/>
            <a:ext cx="6350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Visualizations</a:t>
            </a:r>
          </a:p>
        </p:txBody>
      </p:sp>
      <p:pic>
        <p:nvPicPr>
          <p:cNvPr descr="presentation_files/figure-pptx/cell-5-output-1.png" id="0" name="Picture 1"/>
          <p:cNvPicPr>
            <a:picLocks noGrp="1" noChangeAspect="1"/>
          </p:cNvPicPr>
          <p:nvPr/>
        </p:nvPicPr>
        <p:blipFill>
          <a:blip r:embed="rId2"/>
          <a:stretch>
            <a:fillRect/>
          </a:stretch>
        </p:blipFill>
        <p:spPr bwMode="auto">
          <a:xfrm>
            <a:off x="1155700" y="1193800"/>
            <a:ext cx="6832600" cy="33909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Visualizations</a:t>
            </a:r>
          </a:p>
        </p:txBody>
      </p:sp>
      <p:pic>
        <p:nvPicPr>
          <p:cNvPr descr="presentation_files/figure-pptx/cell-6-output-1.png" id="0" name="Picture 1"/>
          <p:cNvPicPr>
            <a:picLocks noGrp="1" noChangeAspect="1"/>
          </p:cNvPicPr>
          <p:nvPr/>
        </p:nvPicPr>
        <p:blipFill>
          <a:blip r:embed="rId2"/>
          <a:stretch>
            <a:fillRect/>
          </a:stretch>
        </p:blipFill>
        <p:spPr bwMode="auto">
          <a:xfrm>
            <a:off x="1295400" y="1193800"/>
            <a:ext cx="65532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Domain Expert 3 (Explain the inputs and settings for the best model)</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 Manager</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Technical Lead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Quality Assurance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Redwood Analytics Project 3</dc:title>
  <dc:creator/>
  <cp:keywords/>
  <dcterms:created xsi:type="dcterms:W3CDTF">2025-12-12T23:30:54Z</dcterms:created>
  <dcterms:modified xsi:type="dcterms:W3CDTF">2025-12-12T23:30:54Z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xecute">
    <vt:lpwstr/>
  </property>
  <property fmtid="{D5CDD505-2E9C-101B-9397-08002B2CF9AE}" pid="4" name="format">
    <vt:lpwstr>pptx</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toc-title">
    <vt:lpwstr>Table of contents</vt:lpwstr>
  </property>
</Properties>
</file>