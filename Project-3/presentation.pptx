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(FIA Species Code): A numeric code which unqiuely identifies each tree species and corresponds to a scientific and common name for the tree as specified by the FIA (Forest Inventory and Analysis) species coding system.</a:t>
            </a:r>
          </a:p>
          <a:p>
            <a:pPr lvl="0"/>
            <a:r>
              <a:rPr/>
              <a:t>DO_BH (Diameter at Breast Height): Diameter of the tree stem measured at breast height (4.5 feet or 1.37 meters above ground) including bark. This is the standard foresty measurement “DBH (outside bark)” and is the primary size variable used in nearly all allometric biomass models. This is measured in </a:t>
            </a:r>
            <a:r>
              <a:rPr b="1"/>
              <a:t>inches</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 This is measured in </a:t>
            </a:r>
            <a:r>
              <a:rPr b="1"/>
              <a:t>feet</a:t>
            </a:r>
            <a:r>
              <a:rPr/>
              <a:t>.</a:t>
            </a:r>
          </a:p>
          <a:p>
            <a:pPr lvl="0"/>
            <a:r>
              <a:rPr/>
              <a:t>TT_DW_CRM (Total Tree Dry Biomass): The total above-ground dry weight of the tree (includes stem wood, stem bark, branches, folliage). The value comes from destructive sampling: the tree was felled, separated into componenets, oven-dried, and weighed. This variable serves as the target variable from biomass prediction. Measured in </a:t>
            </a:r>
            <a:r>
              <a:rPr b="1"/>
              <a:t>kilograms</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Consultation</a:t>
            </a:r>
          </a:p>
        </p:txBody>
      </p:sp>
      <p:sp>
        <p:nvSpPr>
          <p:cNvPr id="3" name="Content Placeholder 2"/>
          <p:cNvSpPr>
            <a:spLocks noGrp="1"/>
          </p:cNvSpPr>
          <p:nvPr>
            <p:ph idx="1"/>
          </p:nvPr>
        </p:nvSpPr>
        <p:spPr/>
        <p:txBody>
          <a:bodyPr/>
          <a:lstStyle/>
          <a:p>
            <a:pPr lvl="0"/>
            <a:r>
              <a:rPr/>
              <a:t>We choose kNN regression over linear regression because when looking at the graphs Dean made, we saw that the tree diameter/height vs. biomass graphs all have exponential growth.</a:t>
            </a:r>
          </a:p>
          <a:p>
            <a:pPr lvl="0"/>
            <a:r>
              <a:rPr/>
              <a:t>When relations between biomass and trees’ diameter and height are complex and nonlinear, data is abundant, and the model needs to be adaptive without making major changes in the model. kNN excels in capturing patterns and irregular patterns.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a:r>
              <a:rPr/>
              <a:t>When predicting tree biomass, we chose Root Mean Square Logarithmic Error for our performance metric since biomass data varies greatly, ranging from tiny saplings to enormous trees, and trees have exponential growth.</a:t>
            </a:r>
          </a:p>
          <a:p>
            <a:pPr lvl="0"/>
            <a:r>
              <a:rPr b="1"/>
              <a:t>RMSLE over RMSE</a:t>
            </a:r>
            <a:r>
              <a:rPr/>
              <a:t>: focuses on percentage errors, making it fair to both small and large trees, unlike RMSE, which we believe penalizes errors on big trees. Fitting biomass estimations where scale matters more than absolute error. RMSLE provides a more balanced evaluation that considers the unique characteristics of tree biomass data.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 Manager 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125.827396</a:t>
                      </a:r>
                    </a:p>
                  </a:txBody>
                </a:tc>
                <a:tc>
                  <a:txBody>
                    <a:bodyPr/>
                    <a:lstStyle/>
                    <a:p>
                      <a:pPr lvl="0" indent="0" marL="0">
                        <a:buNone/>
                      </a:pPr>
                      <a:r>
                        <a:rPr/>
                        <a:t>34.820565</a:t>
                      </a:r>
                    </a:p>
                  </a:txBody>
                </a:tc>
                <a:tc>
                  <a:txBody>
                    <a:bodyPr/>
                    <a:lstStyle/>
                    <a:p>
                      <a:pPr lvl="0" indent="0" marL="0">
                        <a:buNone/>
                      </a:pPr>
                      <a:r>
                        <a:rPr/>
                        <a:t>0.119617</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129.650855</a:t>
                      </a:r>
                    </a:p>
                  </a:txBody>
                </a:tc>
                <a:tc>
                  <a:txBody>
                    <a:bodyPr/>
                    <a:lstStyle/>
                    <a:p>
                      <a:pPr lvl="0" indent="0" marL="0">
                        <a:buNone/>
                      </a:pPr>
                      <a:r>
                        <a:rPr/>
                        <a:t>36.628377</a:t>
                      </a:r>
                    </a:p>
                  </a:txBody>
                </a:tc>
                <a:tc>
                  <a:txBody>
                    <a:bodyPr/>
                    <a:lstStyle/>
                    <a:p>
                      <a:pPr lvl="0" indent="0" marL="0">
                        <a:buNone/>
                      </a:pPr>
                      <a:r>
                        <a:rPr/>
                        <a:t>0.123679</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145.002852</a:t>
                      </a:r>
                    </a:p>
                  </a:txBody>
                </a:tc>
                <a:tc>
                  <a:txBody>
                    <a:bodyPr/>
                    <a:lstStyle/>
                    <a:p>
                      <a:pPr lvl="0" indent="0" marL="0">
                        <a:buNone/>
                      </a:pPr>
                      <a:r>
                        <a:rPr/>
                        <a:t>41.168470</a:t>
                      </a:r>
                    </a:p>
                  </a:txBody>
                </a:tc>
                <a:tc>
                  <a:txBody>
                    <a:bodyPr/>
                    <a:lstStyle/>
                    <a:p>
                      <a:pPr lvl="0" indent="0" marL="0">
                        <a:buNone/>
                      </a:pPr>
                      <a:r>
                        <a:rPr/>
                        <a:t>0.144052</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147.449208</a:t>
                      </a:r>
                    </a:p>
                  </a:txBody>
                </a:tc>
                <a:tc>
                  <a:txBody>
                    <a:bodyPr/>
                    <a:lstStyle/>
                    <a:p>
                      <a:pPr lvl="0" indent="0" marL="0">
                        <a:buNone/>
                      </a:pPr>
                      <a:r>
                        <a:rPr/>
                        <a:t>40.728609</a:t>
                      </a:r>
                    </a:p>
                  </a:txBody>
                </a:tc>
                <a:tc>
                  <a:txBody>
                    <a:bodyPr/>
                    <a:lstStyle/>
                    <a:p>
                      <a:pPr lvl="0" indent="0" marL="0">
                        <a:buNone/>
                      </a:pPr>
                      <a:r>
                        <a:rPr/>
                        <a:t>0.142813</a:t>
                      </a:r>
                    </a:p>
                  </a:txBody>
                </a:tc>
              </a:tr>
              <a:tr h="0">
                <a:tc>
                  <a:txBody>
                    <a:bodyPr/>
                    <a:lstStyle/>
                    <a:p>
                      <a:pPr lvl="0" indent="0" marL="0">
                        <a:buNone/>
                      </a:pPr>
                      <a:r>
                        <a:rPr/>
                        <a:t>5</a:t>
                      </a:r>
                    </a:p>
                  </a:txBody>
                </a:tc>
                <a:tc>
                  <a:txBody>
                    <a:bodyPr/>
                    <a:lstStyle/>
                    <a:p>
                      <a:pPr lvl="0" indent="0" marL="0">
                        <a:buNone/>
                      </a:pPr>
                      <a:r>
                        <a:rPr/>
                        <a:t>balsam fir</a:t>
                      </a:r>
                    </a:p>
                  </a:txBody>
                </a:tc>
                <a:tc>
                  <a:txBody>
                    <a:bodyPr/>
                    <a:lstStyle/>
                    <a:p>
                      <a:pPr lvl="0" indent="0" marL="0">
                        <a:buNone/>
                      </a:pPr>
                      <a:r>
                        <a:rPr/>
                        <a:t>7</a:t>
                      </a:r>
                    </a:p>
                  </a:txBody>
                </a:tc>
                <a:tc>
                  <a:txBody>
                    <a:bodyPr/>
                    <a:lstStyle/>
                    <a:p>
                      <a:pPr lvl="0" indent="0" marL="0">
                        <a:buNone/>
                      </a:pPr>
                      <a:r>
                        <a:rPr/>
                        <a:t>153.474421</a:t>
                      </a:r>
                    </a:p>
                  </a:txBody>
                </a:tc>
                <a:tc>
                  <a:txBody>
                    <a:bodyPr/>
                    <a:lstStyle/>
                    <a:p>
                      <a:pPr lvl="0" indent="0" marL="0">
                        <a:buNone/>
                      </a:pPr>
                      <a:r>
                        <a:rPr/>
                        <a:t>42.215118</a:t>
                      </a:r>
                    </a:p>
                  </a:txBody>
                </a:tc>
                <a:tc>
                  <a:txBody>
                    <a:bodyPr/>
                    <a:lstStyle/>
                    <a:p>
                      <a:pPr lvl="0" indent="0" marL="0">
                        <a:buNone/>
                      </a:pPr>
                      <a:r>
                        <a:rPr/>
                        <a:t>0.149516</a:t>
                      </a:r>
                    </a:p>
                  </a:txBody>
                </a:tc>
              </a:tr>
              <a:tr h="0">
                <a:tc>
                  <a:txBody>
                    <a:bodyPr/>
                    <a:lstStyle/>
                    <a:p>
                      <a:pPr lvl="0" indent="0" marL="0">
                        <a:buNone/>
                      </a:pPr>
                      <a:r>
                        <a:rPr/>
                        <a:t>6</a:t>
                      </a:r>
                    </a:p>
                  </a:txBody>
                </a:tc>
                <a:tc>
                  <a:txBody>
                    <a:bodyPr/>
                    <a:lstStyle/>
                    <a:p>
                      <a:pPr lvl="0" indent="0" marL="0">
                        <a:buNone/>
                      </a:pPr>
                      <a:r>
                        <a:rPr/>
                        <a:t>balsam fir</a:t>
                      </a:r>
                    </a:p>
                  </a:txBody>
                </a:tc>
                <a:tc>
                  <a:txBody>
                    <a:bodyPr/>
                    <a:lstStyle/>
                    <a:p>
                      <a:pPr lvl="0" indent="0" marL="0">
                        <a:buNone/>
                      </a:pPr>
                      <a:r>
                        <a:rPr/>
                        <a:t>8</a:t>
                      </a:r>
                    </a:p>
                  </a:txBody>
                </a:tc>
                <a:tc>
                  <a:txBody>
                    <a:bodyPr/>
                    <a:lstStyle/>
                    <a:p>
                      <a:pPr lvl="0" indent="0" marL="0">
                        <a:buNone/>
                      </a:pPr>
                      <a:r>
                        <a:rPr/>
                        <a:t>156.768710</a:t>
                      </a:r>
                    </a:p>
                  </a:txBody>
                </a:tc>
                <a:tc>
                  <a:txBody>
                    <a:bodyPr/>
                    <a:lstStyle/>
                    <a:p>
                      <a:pPr lvl="0" indent="0" marL="0">
                        <a:buNone/>
                      </a:pPr>
                      <a:r>
                        <a:rPr/>
                        <a:t>43.559217</a:t>
                      </a:r>
                    </a:p>
                  </a:txBody>
                </a:tc>
                <a:tc>
                  <a:txBody>
                    <a:bodyPr/>
                    <a:lstStyle/>
                    <a:p>
                      <a:pPr lvl="0" indent="0" marL="0">
                        <a:buNone/>
                      </a:pPr>
                      <a:r>
                        <a:rPr/>
                        <a:t>0.154670</a:t>
                      </a:r>
                    </a:p>
                  </a:txBody>
                </a:tc>
              </a:tr>
              <a:tr h="0">
                <a:tc>
                  <a:txBody>
                    <a:bodyPr/>
                    <a:lstStyle/>
                    <a:p>
                      <a:pPr lvl="0" indent="0" marL="0">
                        <a:buNone/>
                      </a:pPr>
                      <a:r>
                        <a:rPr/>
                        <a:t>7</a:t>
                      </a:r>
                    </a:p>
                  </a:txBody>
                </a:tc>
                <a:tc>
                  <a:txBody>
                    <a:bodyPr/>
                    <a:lstStyle/>
                    <a:p>
                      <a:pPr lvl="0" indent="0" marL="0">
                        <a:buNone/>
                      </a:pPr>
                      <a:r>
                        <a:rPr/>
                        <a:t>balsam fir</a:t>
                      </a:r>
                    </a:p>
                  </a:txBody>
                </a:tc>
                <a:tc>
                  <a:txBody>
                    <a:bodyPr/>
                    <a:lstStyle/>
                    <a:p>
                      <a:pPr lvl="0" indent="0" marL="0">
                        <a:buNone/>
                      </a:pPr>
                      <a:r>
                        <a:rPr/>
                        <a:t>9</a:t>
                      </a:r>
                    </a:p>
                  </a:txBody>
                </a:tc>
                <a:tc>
                  <a:txBody>
                    <a:bodyPr/>
                    <a:lstStyle/>
                    <a:p>
                      <a:pPr lvl="0" indent="0" marL="0">
                        <a:buNone/>
                      </a:pPr>
                      <a:r>
                        <a:rPr/>
                        <a:t>161.016214</a:t>
                      </a:r>
                    </a:p>
                  </a:txBody>
                </a:tc>
                <a:tc>
                  <a:txBody>
                    <a:bodyPr/>
                    <a:lstStyle/>
                    <a:p>
                      <a:pPr lvl="0" indent="0" marL="0">
                        <a:buNone/>
                      </a:pPr>
                      <a:r>
                        <a:rPr/>
                        <a:t>44.751469</a:t>
                      </a:r>
                    </a:p>
                  </a:txBody>
                </a:tc>
                <a:tc>
                  <a:txBody>
                    <a:bodyPr/>
                    <a:lstStyle/>
                    <a:p>
                      <a:pPr lvl="0" indent="0" marL="0">
                        <a:buNone/>
                      </a:pPr>
                      <a:r>
                        <a:rPr/>
                        <a:t>0.160504</a:t>
                      </a:r>
                    </a:p>
                  </a:txBody>
                </a:tc>
              </a:tr>
              <a:tr h="0">
                <a:tc>
                  <a:txBody>
                    <a:bodyPr/>
                    <a:lstStyle/>
                    <a:p>
                      <a:pPr lvl="0" indent="0" marL="0">
                        <a:buNone/>
                      </a:pPr>
                      <a:r>
                        <a:rPr/>
                        <a:t>8</a:t>
                      </a:r>
                    </a:p>
                  </a:txBody>
                </a:tc>
                <a:tc>
                  <a:txBody>
                    <a:bodyPr/>
                    <a:lstStyle/>
                    <a:p>
                      <a:pPr lvl="0" indent="0" marL="0">
                        <a:buNone/>
                      </a:pPr>
                      <a:r>
                        <a:rPr/>
                        <a:t>balsam fir</a:t>
                      </a:r>
                    </a:p>
                  </a:txBody>
                </a:tc>
                <a:tc>
                  <a:txBody>
                    <a:bodyPr/>
                    <a:lstStyle/>
                    <a:p>
                      <a:pPr lvl="0" indent="0" marL="0">
                        <a:buNone/>
                      </a:pPr>
                      <a:r>
                        <a:rPr/>
                        <a:t>10</a:t>
                      </a:r>
                    </a:p>
                  </a:txBody>
                </a:tc>
                <a:tc>
                  <a:txBody>
                    <a:bodyPr/>
                    <a:lstStyle/>
                    <a:p>
                      <a:pPr lvl="0" indent="0" marL="0">
                        <a:buNone/>
                      </a:pPr>
                      <a:r>
                        <a:rPr/>
                        <a:t>157.999921</a:t>
                      </a:r>
                    </a:p>
                  </a:txBody>
                </a:tc>
                <a:tc>
                  <a:txBody>
                    <a:bodyPr/>
                    <a:lstStyle/>
                    <a:p>
                      <a:pPr lvl="0" indent="0" marL="0">
                        <a:buNone/>
                      </a:pPr>
                      <a:r>
                        <a:rPr/>
                        <a:t>44.694861</a:t>
                      </a:r>
                    </a:p>
                  </a:txBody>
                </a:tc>
                <a:tc>
                  <a:txBody>
                    <a:bodyPr/>
                    <a:lstStyle/>
                    <a:p>
                      <a:pPr lvl="0" indent="0" marL="0">
                        <a:buNone/>
                      </a:pPr>
                      <a:r>
                        <a:rPr/>
                        <a:t>0.160057</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Average Root Mean Square Logarithmic Error</a:t>
            </a:r>
          </a:p>
        </p:txBody>
      </p:sp>
      <p:sp>
        <p:nvSpPr>
          <p:cNvPr id="3" name="Content Placeholder 2"/>
          <p:cNvSpPr>
            <a:spLocks noGrp="1"/>
          </p:cNvSpPr>
          <p:nvPr>
            <p:ph idx="1"/>
          </p:nvPr>
        </p:nvSpPr>
        <p:spPr/>
        <p:txBody>
          <a:bodyPr/>
          <a:lstStyle/>
          <a:p>
            <a:pPr lvl="0" indent="0">
              <a:buNone/>
            </a:pPr>
            <a:r>
              <a:rPr>
                <a:latin typeface="Courier"/>
              </a:rPr>
              <a:t>    k  Avg_RMSLE
0   2   0.152783
1   3   0.158068
2   4   0.162118
3   5   0.168001
4   6   0.174249
5   7   0.180282
6   8   0.185071
7   9   0.190148
8  10   0.196831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sp>
        <p:nvSpPr>
          <p:cNvPr id="3" name="Content Placeholder 2"/>
          <p:cNvSpPr>
            <a:spLocks noGrp="1"/>
          </p:cNvSpPr>
          <p:nvPr>
            <p:ph idx="1"/>
          </p:nvPr>
        </p:nvSpPr>
        <p:spPr/>
        <p:txBody>
          <a:bodyPr/>
          <a:lstStyle/>
          <a:p>
            <a:pPr lvl="0"/>
            <a:r>
              <a:rPr/>
              <a:t>Overview of data manipulation</a:t>
            </a:r>
          </a:p>
          <a:p>
            <a:pPr lvl="0"/>
            <a:r>
              <a:rPr/>
              <a:t>Split and filtering methods</a:t>
            </a:r>
          </a:p>
          <a:p>
            <a:pPr lvl="0"/>
            <a:r>
              <a:rPr/>
              <a:t>Tuning k for the best model</a:t>
            </a:r>
          </a:p>
          <a:p>
            <a:pPr lvl="0"/>
            <a:r>
              <a:rPr/>
              <a:t>Feature engineering (what worked and what didn’t)</a:t>
            </a:r>
          </a:p>
          <a:p>
            <a:pPr lvl="0"/>
            <a:r>
              <a:rPr/>
              <a:t>The final “best” model and error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Measurement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137074</a:t>
                      </a:r>
                    </a:p>
                  </a:txBody>
                </a:tc>
                <a:tc>
                  <a:txBody>
                    <a:bodyPr/>
                    <a:lstStyle/>
                    <a:p>
                      <a:pPr lvl="0" indent="0" marL="0">
                        <a:buNone/>
                      </a:pPr>
                      <a:r>
                        <a:rPr/>
                        <a:t>922</a:t>
                      </a:r>
                    </a:p>
                  </a:txBody>
                </a:tc>
                <a:tc>
                  <a:txBody>
                    <a:bodyPr/>
                    <a:lstStyle/>
                    <a:p>
                      <a:pPr lvl="0" indent="0" marL="0">
                        <a:buNone/>
                      </a:pPr>
                      <a:r>
                        <a:rPr/>
                        <a:t>2.5</a:t>
                      </a:r>
                    </a:p>
                  </a:txBody>
                </a:tc>
                <a:tc>
                  <a:txBody>
                    <a:bodyPr/>
                    <a:lstStyle/>
                    <a:p>
                      <a:pPr lvl="0" indent="0" marL="0">
                        <a:buNone/>
                      </a:pPr>
                      <a:r>
                        <a:rPr/>
                        <a:t>24.8</a:t>
                      </a:r>
                    </a:p>
                  </a:txBody>
                </a:tc>
                <a:tc>
                  <a:txBody>
                    <a:bodyPr/>
                    <a:lstStyle/>
                    <a:p>
                      <a:pPr lvl="0" indent="0" marL="0">
                        <a:buNone/>
                      </a:pPr>
                      <a:r>
                        <a:rPr/>
                        <a:t>15.98</a:t>
                      </a:r>
                    </a:p>
                  </a:txBody>
                </a:tc>
              </a:tr>
              <a:tr h="0">
                <a:tc>
                  <a:txBody>
                    <a:bodyPr/>
                    <a:lstStyle/>
                    <a:p>
                      <a:pPr lvl="0" indent="0" marL="0">
                        <a:buNone/>
                      </a:pPr>
                      <a:r>
                        <a:rPr/>
                        <a:t>137075</a:t>
                      </a:r>
                    </a:p>
                  </a:txBody>
                </a:tc>
                <a:tc>
                  <a:txBody>
                    <a:bodyPr/>
                    <a:lstStyle/>
                    <a:p>
                      <a:pPr lvl="0" indent="0" marL="0">
                        <a:buNone/>
                      </a:pPr>
                      <a:r>
                        <a:rPr/>
                        <a:t>922</a:t>
                      </a:r>
                    </a:p>
                  </a:txBody>
                </a:tc>
                <a:tc>
                  <a:txBody>
                    <a:bodyPr/>
                    <a:lstStyle/>
                    <a:p>
                      <a:pPr lvl="0" indent="0" marL="0">
                        <a:buNone/>
                      </a:pPr>
                      <a:r>
                        <a:rPr/>
                        <a:t>3.7</a:t>
                      </a:r>
                    </a:p>
                  </a:txBody>
                </a:tc>
                <a:tc>
                  <a:txBody>
                    <a:bodyPr/>
                    <a:lstStyle/>
                    <a:p>
                      <a:pPr lvl="0" indent="0" marL="0">
                        <a:buNone/>
                      </a:pPr>
                      <a:r>
                        <a:rPr/>
                        <a:t>23.7</a:t>
                      </a:r>
                    </a:p>
                  </a:txBody>
                </a:tc>
                <a:tc>
                  <a:txBody>
                    <a:bodyPr/>
                    <a:lstStyle/>
                    <a:p>
                      <a:pPr lvl="0" indent="0" marL="0">
                        <a:buNone/>
                      </a:pPr>
                      <a:r>
                        <a:rPr/>
                        <a:t>40.62</a:t>
                      </a:r>
                    </a:p>
                  </a:txBody>
                </a:tc>
              </a:tr>
              <a:tr h="0">
                <a:tc>
                  <a:txBody>
                    <a:bodyPr/>
                    <a:lstStyle/>
                    <a:p>
                      <a:pPr lvl="0" indent="0" marL="0">
                        <a:buNone/>
                      </a:pPr>
                      <a:r>
                        <a:rPr/>
                        <a:t>137076</a:t>
                      </a:r>
                    </a:p>
                  </a:txBody>
                </a:tc>
                <a:tc>
                  <a:txBody>
                    <a:bodyPr/>
                    <a:lstStyle/>
                    <a:p>
                      <a:pPr lvl="0" indent="0" marL="0">
                        <a:buNone/>
                      </a:pPr>
                      <a:r>
                        <a:rPr/>
                        <a:t>922</a:t>
                      </a:r>
                    </a:p>
                  </a:txBody>
                </a:tc>
                <a:tc>
                  <a:txBody>
                    <a:bodyPr/>
                    <a:lstStyle/>
                    <a:p>
                      <a:pPr lvl="0" indent="0" marL="0">
                        <a:buNone/>
                      </a:pPr>
                      <a:r>
                        <a:rPr/>
                        <a:t>2.9</a:t>
                      </a:r>
                    </a:p>
                  </a:txBody>
                </a:tc>
                <a:tc>
                  <a:txBody>
                    <a:bodyPr/>
                    <a:lstStyle/>
                    <a:p>
                      <a:pPr lvl="0" indent="0" marL="0">
                        <a:buNone/>
                      </a:pPr>
                      <a:r>
                        <a:rPr/>
                        <a:t>30.9</a:t>
                      </a:r>
                    </a:p>
                  </a:txBody>
                </a:tc>
                <a:tc>
                  <a:txBody>
                    <a:bodyPr/>
                    <a:lstStyle/>
                    <a:p>
                      <a:pPr lvl="0" indent="0" marL="0">
                        <a:buNone/>
                      </a:pPr>
                      <a:r>
                        <a:rPr/>
                        <a:t>22.74</a:t>
                      </a:r>
                    </a:p>
                  </a:txBody>
                </a:tc>
              </a:tr>
              <a:tr h="0">
                <a:tc>
                  <a:txBody>
                    <a:bodyPr/>
                    <a:lstStyle/>
                    <a:p>
                      <a:pPr lvl="0" indent="0" marL="0">
                        <a:buNone/>
                      </a:pPr>
                      <a:r>
                        <a:rPr/>
                        <a:t>137077</a:t>
                      </a:r>
                    </a:p>
                  </a:txBody>
                </a:tc>
                <a:tc>
                  <a:txBody>
                    <a:bodyPr/>
                    <a:lstStyle/>
                    <a:p>
                      <a:pPr lvl="0" indent="0" marL="0">
                        <a:buNone/>
                      </a:pPr>
                      <a:r>
                        <a:rPr/>
                        <a:t>922</a:t>
                      </a:r>
                    </a:p>
                  </a:txBody>
                </a:tc>
                <a:tc>
                  <a:txBody>
                    <a:bodyPr/>
                    <a:lstStyle/>
                    <a:p>
                      <a:pPr lvl="0" indent="0" marL="0">
                        <a:buNone/>
                      </a:pPr>
                      <a:r>
                        <a:rPr/>
                        <a:t>5.6</a:t>
                      </a:r>
                    </a:p>
                  </a:txBody>
                </a:tc>
                <a:tc>
                  <a:txBody>
                    <a:bodyPr/>
                    <a:lstStyle/>
                    <a:p>
                      <a:pPr lvl="0" indent="0" marL="0">
                        <a:buNone/>
                      </a:pPr>
                      <a:r>
                        <a:rPr/>
                        <a:t>40.0</a:t>
                      </a:r>
                    </a:p>
                  </a:txBody>
                </a:tc>
                <a:tc>
                  <a:txBody>
                    <a:bodyPr/>
                    <a:lstStyle/>
                    <a:p>
                      <a:pPr lvl="0" indent="0" marL="0">
                        <a:buNone/>
                      </a:pPr>
                      <a:r>
                        <a:rPr/>
                        <a:t>87.79</a:t>
                      </a:r>
                    </a:p>
                  </a:txBody>
                </a:tc>
              </a:tr>
              <a:tr h="0">
                <a:tc>
                  <a:txBody>
                    <a:bodyPr/>
                    <a:lstStyle/>
                    <a:p>
                      <a:pPr lvl="0" indent="0" marL="0">
                        <a:buNone/>
                      </a:pPr>
                      <a:r>
                        <a:rPr/>
                        <a:t>137078</a:t>
                      </a:r>
                    </a:p>
                  </a:txBody>
                </a:tc>
                <a:tc>
                  <a:txBody>
                    <a:bodyPr/>
                    <a:lstStyle/>
                    <a:p>
                      <a:pPr lvl="0" indent="0" marL="0">
                        <a:buNone/>
                      </a:pPr>
                      <a:r>
                        <a:rPr/>
                        <a:t>922</a:t>
                      </a:r>
                    </a:p>
                  </a:txBody>
                </a:tc>
                <a:tc>
                  <a:txBody>
                    <a:bodyPr/>
                    <a:lstStyle/>
                    <a:p>
                      <a:pPr lvl="0" indent="0" marL="0">
                        <a:buNone/>
                      </a:pPr>
                      <a:r>
                        <a:rPr/>
                        <a:t>1.9</a:t>
                      </a:r>
                    </a:p>
                  </a:txBody>
                </a:tc>
                <a:tc>
                  <a:txBody>
                    <a:bodyPr/>
                    <a:lstStyle/>
                    <a:p>
                      <a:pPr lvl="0" indent="0" marL="0">
                        <a:buNone/>
                      </a:pPr>
                      <a:r>
                        <a:rPr/>
                        <a:t>25.1</a:t>
                      </a:r>
                    </a:p>
                  </a:txBody>
                </a:tc>
                <a:tc>
                  <a:txBody>
                    <a:bodyPr/>
                    <a:lstStyle/>
                    <a:p>
                      <a:pPr lvl="0" indent="0" marL="0">
                        <a:buNone/>
                      </a:pPr>
                      <a:r>
                        <a:rPr/>
                        <a:t>8.33</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453</a:t>
                      </a:r>
                    </a:p>
                  </a:txBody>
                </a:tc>
                <a:tc>
                  <a:txBody>
                    <a:bodyPr/>
                    <a:lstStyle/>
                    <a:p>
                      <a:pPr lvl="0" indent="0" marL="0">
                        <a:buNone/>
                      </a:pPr>
                      <a:r>
                        <a:rPr/>
                        <a:t>995</a:t>
                      </a:r>
                    </a:p>
                  </a:txBody>
                </a:tc>
                <a:tc>
                  <a:txBody>
                    <a:bodyPr/>
                    <a:lstStyle/>
                    <a:p>
                      <a:pPr lvl="0" indent="0" marL="0">
                        <a:buNone/>
                      </a:pPr>
                      <a:r>
                        <a:rPr/>
                        <a:t>tungoil tree</a:t>
                      </a:r>
                    </a:p>
                  </a:txBody>
                </a:tc>
              </a:tr>
              <a:tr h="0">
                <a:tc>
                  <a:txBody>
                    <a:bodyPr/>
                    <a:lstStyle/>
                    <a:p>
                      <a:pPr lvl="0" indent="0" marL="0">
                        <a:buNone/>
                      </a:pPr>
                      <a:r>
                        <a:rPr/>
                        <a:t>454</a:t>
                      </a:r>
                    </a:p>
                  </a:txBody>
                </a:tc>
                <a:tc>
                  <a:txBody>
                    <a:bodyPr/>
                    <a:lstStyle/>
                    <a:p>
                      <a:pPr lvl="0" indent="0" marL="0">
                        <a:buNone/>
                      </a:pPr>
                      <a:r>
                        <a:rPr/>
                        <a:t>996</a:t>
                      </a:r>
                    </a:p>
                  </a:txBody>
                </a:tc>
                <a:tc>
                  <a:txBody>
                    <a:bodyPr/>
                    <a:lstStyle/>
                    <a:p>
                      <a:pPr lvl="0" indent="0" marL="0">
                        <a:buNone/>
                      </a:pPr>
                      <a:r>
                        <a:rPr/>
                        <a:t>smoketree</a:t>
                      </a:r>
                    </a:p>
                  </a:txBody>
                </a:tc>
              </a:tr>
              <a:tr h="0">
                <a:tc>
                  <a:txBody>
                    <a:bodyPr/>
                    <a:lstStyle/>
                    <a:p>
                      <a:pPr lvl="0" indent="0" marL="0">
                        <a:buNone/>
                      </a:pPr>
                      <a:r>
                        <a:rPr/>
                        <a:t>455</a:t>
                      </a:r>
                    </a:p>
                  </a:txBody>
                </a:tc>
                <a:tc>
                  <a:txBody>
                    <a:bodyPr/>
                    <a:lstStyle/>
                    <a:p>
                      <a:pPr lvl="0" indent="0" marL="0">
                        <a:buNone/>
                      </a:pPr>
                      <a:r>
                        <a:rPr/>
                        <a:t>997</a:t>
                      </a:r>
                    </a:p>
                  </a:txBody>
                </a:tc>
                <a:tc>
                  <a:txBody>
                    <a:bodyPr/>
                    <a:lstStyle/>
                    <a:p>
                      <a:pPr lvl="0" indent="0" marL="0">
                        <a:buNone/>
                      </a:pPr>
                      <a:r>
                        <a:rPr/>
                        <a:t>Russian-olive</a:t>
                      </a:r>
                    </a:p>
                  </a:txBody>
                </a:tc>
              </a:tr>
              <a:tr h="0">
                <a:tc>
                  <a:txBody>
                    <a:bodyPr/>
                    <a:lstStyle/>
                    <a:p>
                      <a:pPr lvl="0" indent="0" marL="0">
                        <a:buNone/>
                      </a:pPr>
                      <a:r>
                        <a:rPr/>
                        <a:t>456</a:t>
                      </a:r>
                    </a:p>
                  </a:txBody>
                </a:tc>
                <a:tc>
                  <a:txBody>
                    <a:bodyPr/>
                    <a:lstStyle/>
                    <a:p>
                      <a:pPr lvl="0" indent="0" marL="0">
                        <a:buNone/>
                      </a:pPr>
                      <a:r>
                        <a:rPr/>
                        <a:t>998</a:t>
                      </a:r>
                    </a:p>
                  </a:txBody>
                </a:tc>
                <a:tc>
                  <a:txBody>
                    <a:bodyPr/>
                    <a:lstStyle/>
                    <a:p>
                      <a:pPr lvl="0" indent="0" marL="0">
                        <a:buNone/>
                      </a:pPr>
                      <a:r>
                        <a:rPr/>
                        <a:t>Unknown dead hardwood</a:t>
                      </a:r>
                    </a:p>
                  </a:txBody>
                </a:tc>
              </a:tr>
              <a:tr h="0">
                <a:tc>
                  <a:txBody>
                    <a:bodyPr/>
                    <a:lstStyle/>
                    <a:p>
                      <a:pPr lvl="0" indent="0" marL="0">
                        <a:buNone/>
                      </a:pPr>
                      <a:r>
                        <a:rPr/>
                        <a:t>457</a:t>
                      </a:r>
                    </a:p>
                  </a:txBody>
                </a:tc>
                <a:tc>
                  <a:txBody>
                    <a:bodyPr/>
                    <a:lstStyle/>
                    <a:p>
                      <a:pPr lvl="0" indent="0" marL="0">
                        <a:buNone/>
                      </a:pPr>
                      <a:r>
                        <a:rPr/>
                        <a:t>999</a:t>
                      </a:r>
                    </a:p>
                  </a:txBody>
                </a:tc>
                <a:tc>
                  <a:txBody>
                    <a:bodyPr/>
                    <a:lstStyle/>
                    <a:p>
                      <a:pPr lvl="0" indent="0" marL="0">
                        <a:buNone/>
                      </a:pPr>
                      <a:r>
                        <a:rPr/>
                        <a:t>Other or unknown live tree</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137074</a:t>
                      </a:r>
                    </a:p>
                  </a:txBody>
                </a:tc>
                <a:tc>
                  <a:txBody>
                    <a:bodyPr/>
                    <a:lstStyle/>
                    <a:p>
                      <a:pPr lvl="0" indent="0" marL="0">
                        <a:buNone/>
                      </a:pPr>
                      <a:r>
                        <a:rPr/>
                        <a:t>922</a:t>
                      </a:r>
                    </a:p>
                  </a:txBody>
                </a:tc>
                <a:tc>
                  <a:txBody>
                    <a:bodyPr/>
                    <a:lstStyle/>
                    <a:p>
                      <a:pPr lvl="0" indent="0" marL="0">
                        <a:buNone/>
                      </a:pPr>
                      <a:r>
                        <a:rPr/>
                        <a:t>2.5</a:t>
                      </a:r>
                    </a:p>
                  </a:txBody>
                </a:tc>
                <a:tc>
                  <a:txBody>
                    <a:bodyPr/>
                    <a:lstStyle/>
                    <a:p>
                      <a:pPr lvl="0" indent="0" marL="0">
                        <a:buNone/>
                      </a:pPr>
                      <a:r>
                        <a:rPr/>
                        <a:t>24.8</a:t>
                      </a:r>
                    </a:p>
                  </a:txBody>
                </a:tc>
                <a:tc>
                  <a:txBody>
                    <a:bodyPr/>
                    <a:lstStyle/>
                    <a:p>
                      <a:pPr lvl="0" indent="0" marL="0">
                        <a:buNone/>
                      </a:pPr>
                      <a:r>
                        <a:rPr/>
                        <a:t>15.98</a:t>
                      </a:r>
                    </a:p>
                  </a:txBody>
                </a:tc>
                <a:tc>
                  <a:txBody>
                    <a:bodyPr/>
                    <a:lstStyle/>
                    <a:p>
                      <a:pPr lvl="0" indent="0" marL="0">
                        <a:buNone/>
                      </a:pPr>
                      <a:r>
                        <a:rPr/>
                        <a:t>black willow</a:t>
                      </a:r>
                    </a:p>
                  </a:txBody>
                </a:tc>
              </a:tr>
              <a:tr h="0">
                <a:tc>
                  <a:txBody>
                    <a:bodyPr/>
                    <a:lstStyle/>
                    <a:p>
                      <a:pPr lvl="0" indent="0" marL="0">
                        <a:buNone/>
                      </a:pPr>
                      <a:r>
                        <a:rPr/>
                        <a:t>137075</a:t>
                      </a:r>
                    </a:p>
                  </a:txBody>
                </a:tc>
                <a:tc>
                  <a:txBody>
                    <a:bodyPr/>
                    <a:lstStyle/>
                    <a:p>
                      <a:pPr lvl="0" indent="0" marL="0">
                        <a:buNone/>
                      </a:pPr>
                      <a:r>
                        <a:rPr/>
                        <a:t>922</a:t>
                      </a:r>
                    </a:p>
                  </a:txBody>
                </a:tc>
                <a:tc>
                  <a:txBody>
                    <a:bodyPr/>
                    <a:lstStyle/>
                    <a:p>
                      <a:pPr lvl="0" indent="0" marL="0">
                        <a:buNone/>
                      </a:pPr>
                      <a:r>
                        <a:rPr/>
                        <a:t>3.7</a:t>
                      </a:r>
                    </a:p>
                  </a:txBody>
                </a:tc>
                <a:tc>
                  <a:txBody>
                    <a:bodyPr/>
                    <a:lstStyle/>
                    <a:p>
                      <a:pPr lvl="0" indent="0" marL="0">
                        <a:buNone/>
                      </a:pPr>
                      <a:r>
                        <a:rPr/>
                        <a:t>23.7</a:t>
                      </a:r>
                    </a:p>
                  </a:txBody>
                </a:tc>
                <a:tc>
                  <a:txBody>
                    <a:bodyPr/>
                    <a:lstStyle/>
                    <a:p>
                      <a:pPr lvl="0" indent="0" marL="0">
                        <a:buNone/>
                      </a:pPr>
                      <a:r>
                        <a:rPr/>
                        <a:t>40.62</a:t>
                      </a:r>
                    </a:p>
                  </a:txBody>
                </a:tc>
                <a:tc>
                  <a:txBody>
                    <a:bodyPr/>
                    <a:lstStyle/>
                    <a:p>
                      <a:pPr lvl="0" indent="0" marL="0">
                        <a:buNone/>
                      </a:pPr>
                      <a:r>
                        <a:rPr/>
                        <a:t>black willow</a:t>
                      </a:r>
                    </a:p>
                  </a:txBody>
                </a:tc>
              </a:tr>
              <a:tr h="0">
                <a:tc>
                  <a:txBody>
                    <a:bodyPr/>
                    <a:lstStyle/>
                    <a:p>
                      <a:pPr lvl="0" indent="0" marL="0">
                        <a:buNone/>
                      </a:pPr>
                      <a:r>
                        <a:rPr/>
                        <a:t>137076</a:t>
                      </a:r>
                    </a:p>
                  </a:txBody>
                </a:tc>
                <a:tc>
                  <a:txBody>
                    <a:bodyPr/>
                    <a:lstStyle/>
                    <a:p>
                      <a:pPr lvl="0" indent="0" marL="0">
                        <a:buNone/>
                      </a:pPr>
                      <a:r>
                        <a:rPr/>
                        <a:t>922</a:t>
                      </a:r>
                    </a:p>
                  </a:txBody>
                </a:tc>
                <a:tc>
                  <a:txBody>
                    <a:bodyPr/>
                    <a:lstStyle/>
                    <a:p>
                      <a:pPr lvl="0" indent="0" marL="0">
                        <a:buNone/>
                      </a:pPr>
                      <a:r>
                        <a:rPr/>
                        <a:t>2.9</a:t>
                      </a:r>
                    </a:p>
                  </a:txBody>
                </a:tc>
                <a:tc>
                  <a:txBody>
                    <a:bodyPr/>
                    <a:lstStyle/>
                    <a:p>
                      <a:pPr lvl="0" indent="0" marL="0">
                        <a:buNone/>
                      </a:pPr>
                      <a:r>
                        <a:rPr/>
                        <a:t>30.9</a:t>
                      </a:r>
                    </a:p>
                  </a:txBody>
                </a:tc>
                <a:tc>
                  <a:txBody>
                    <a:bodyPr/>
                    <a:lstStyle/>
                    <a:p>
                      <a:pPr lvl="0" indent="0" marL="0">
                        <a:buNone/>
                      </a:pPr>
                      <a:r>
                        <a:rPr/>
                        <a:t>22.74</a:t>
                      </a:r>
                    </a:p>
                  </a:txBody>
                </a:tc>
                <a:tc>
                  <a:txBody>
                    <a:bodyPr/>
                    <a:lstStyle/>
                    <a:p>
                      <a:pPr lvl="0" indent="0" marL="0">
                        <a:buNone/>
                      </a:pPr>
                      <a:r>
                        <a:rPr/>
                        <a:t>black willow</a:t>
                      </a:r>
                    </a:p>
                  </a:txBody>
                </a:tc>
              </a:tr>
              <a:tr h="0">
                <a:tc>
                  <a:txBody>
                    <a:bodyPr/>
                    <a:lstStyle/>
                    <a:p>
                      <a:pPr lvl="0" indent="0" marL="0">
                        <a:buNone/>
                      </a:pPr>
                      <a:r>
                        <a:rPr/>
                        <a:t>137077</a:t>
                      </a:r>
                    </a:p>
                  </a:txBody>
                </a:tc>
                <a:tc>
                  <a:txBody>
                    <a:bodyPr/>
                    <a:lstStyle/>
                    <a:p>
                      <a:pPr lvl="0" indent="0" marL="0">
                        <a:buNone/>
                      </a:pPr>
                      <a:r>
                        <a:rPr/>
                        <a:t>922</a:t>
                      </a:r>
                    </a:p>
                  </a:txBody>
                </a:tc>
                <a:tc>
                  <a:txBody>
                    <a:bodyPr/>
                    <a:lstStyle/>
                    <a:p>
                      <a:pPr lvl="0" indent="0" marL="0">
                        <a:buNone/>
                      </a:pPr>
                      <a:r>
                        <a:rPr/>
                        <a:t>5.6</a:t>
                      </a:r>
                    </a:p>
                  </a:txBody>
                </a:tc>
                <a:tc>
                  <a:txBody>
                    <a:bodyPr/>
                    <a:lstStyle/>
                    <a:p>
                      <a:pPr lvl="0" indent="0" marL="0">
                        <a:buNone/>
                      </a:pPr>
                      <a:r>
                        <a:rPr/>
                        <a:t>40.0</a:t>
                      </a:r>
                    </a:p>
                  </a:txBody>
                </a:tc>
                <a:tc>
                  <a:txBody>
                    <a:bodyPr/>
                    <a:lstStyle/>
                    <a:p>
                      <a:pPr lvl="0" indent="0" marL="0">
                        <a:buNone/>
                      </a:pPr>
                      <a:r>
                        <a:rPr/>
                        <a:t>87.79</a:t>
                      </a:r>
                    </a:p>
                  </a:txBody>
                </a:tc>
                <a:tc>
                  <a:txBody>
                    <a:bodyPr/>
                    <a:lstStyle/>
                    <a:p>
                      <a:pPr lvl="0" indent="0" marL="0">
                        <a:buNone/>
                      </a:pPr>
                      <a:r>
                        <a:rPr/>
                        <a:t>black willow</a:t>
                      </a:r>
                    </a:p>
                  </a:txBody>
                </a:tc>
              </a:tr>
              <a:tr h="0">
                <a:tc>
                  <a:txBody>
                    <a:bodyPr/>
                    <a:lstStyle/>
                    <a:p>
                      <a:pPr lvl="0" indent="0" marL="0">
                        <a:buNone/>
                      </a:pPr>
                      <a:r>
                        <a:rPr/>
                        <a:t>137078</a:t>
                      </a:r>
                    </a:p>
                  </a:txBody>
                </a:tc>
                <a:tc>
                  <a:txBody>
                    <a:bodyPr/>
                    <a:lstStyle/>
                    <a:p>
                      <a:pPr lvl="0" indent="0" marL="0">
                        <a:buNone/>
                      </a:pPr>
                      <a:r>
                        <a:rPr/>
                        <a:t>922</a:t>
                      </a:r>
                    </a:p>
                  </a:txBody>
                </a:tc>
                <a:tc>
                  <a:txBody>
                    <a:bodyPr/>
                    <a:lstStyle/>
                    <a:p>
                      <a:pPr lvl="0" indent="0" marL="0">
                        <a:buNone/>
                      </a:pPr>
                      <a:r>
                        <a:rPr/>
                        <a:t>1.9</a:t>
                      </a:r>
                    </a:p>
                  </a:txBody>
                </a:tc>
                <a:tc>
                  <a:txBody>
                    <a:bodyPr/>
                    <a:lstStyle/>
                    <a:p>
                      <a:pPr lvl="0" indent="0" marL="0">
                        <a:buNone/>
                      </a:pPr>
                      <a:r>
                        <a:rPr/>
                        <a:t>25.1</a:t>
                      </a:r>
                    </a:p>
                  </a:txBody>
                </a:tc>
                <a:tc>
                  <a:txBody>
                    <a:bodyPr/>
                    <a:lstStyle/>
                    <a:p>
                      <a:pPr lvl="0" indent="0" marL="0">
                        <a:buNone/>
                      </a:pPr>
                      <a:r>
                        <a:rPr/>
                        <a:t>8.33</a:t>
                      </a:r>
                    </a:p>
                  </a:txBody>
                </a:tc>
                <a:tc>
                  <a:txBody>
                    <a:bodyPr/>
                    <a:lstStyle/>
                    <a:p>
                      <a:pPr lvl="0" indent="0" marL="0">
                        <a:buNone/>
                      </a:pPr>
                      <a:r>
                        <a:rPr/>
                        <a:t>black willow</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Filtered data (minimum 100 data points)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137035</a:t>
                      </a:r>
                    </a:p>
                  </a:txBody>
                </a:tc>
                <a:tc>
                  <a:txBody>
                    <a:bodyPr/>
                    <a:lstStyle/>
                    <a:p>
                      <a:pPr lvl="0" indent="0" marL="0">
                        <a:buNone/>
                      </a:pPr>
                      <a:r>
                        <a:rPr/>
                        <a:t>691</a:t>
                      </a:r>
                    </a:p>
                  </a:txBody>
                </a:tc>
                <a:tc>
                  <a:txBody>
                    <a:bodyPr/>
                    <a:lstStyle/>
                    <a:p>
                      <a:pPr lvl="0" indent="0" marL="0">
                        <a:buNone/>
                      </a:pPr>
                      <a:r>
                        <a:rPr/>
                        <a:t>3.7</a:t>
                      </a:r>
                    </a:p>
                  </a:txBody>
                </a:tc>
                <a:tc>
                  <a:txBody>
                    <a:bodyPr/>
                    <a:lstStyle/>
                    <a:p>
                      <a:pPr lvl="0" indent="0" marL="0">
                        <a:buNone/>
                      </a:pPr>
                      <a:r>
                        <a:rPr/>
                        <a:t>25.4</a:t>
                      </a:r>
                    </a:p>
                  </a:txBody>
                </a:tc>
                <a:tc>
                  <a:txBody>
                    <a:bodyPr/>
                    <a:lstStyle/>
                    <a:p>
                      <a:pPr lvl="0" indent="0" marL="0">
                        <a:buNone/>
                      </a:pPr>
                      <a:r>
                        <a:rPr/>
                        <a:t>40.76</a:t>
                      </a:r>
                    </a:p>
                  </a:txBody>
                </a:tc>
                <a:tc>
                  <a:txBody>
                    <a:bodyPr/>
                    <a:lstStyle/>
                    <a:p>
                      <a:pPr lvl="0" indent="0" marL="0">
                        <a:buNone/>
                      </a:pPr>
                      <a:r>
                        <a:rPr/>
                        <a:t>water tupelo</a:t>
                      </a:r>
                    </a:p>
                  </a:txBody>
                </a:tc>
              </a:tr>
              <a:tr h="0">
                <a:tc>
                  <a:txBody>
                    <a:bodyPr/>
                    <a:lstStyle/>
                    <a:p>
                      <a:pPr lvl="0" indent="0" marL="0">
                        <a:buNone/>
                      </a:pPr>
                      <a:r>
                        <a:rPr/>
                        <a:t>137036</a:t>
                      </a:r>
                    </a:p>
                  </a:txBody>
                </a:tc>
                <a:tc>
                  <a:txBody>
                    <a:bodyPr/>
                    <a:lstStyle/>
                    <a:p>
                      <a:pPr lvl="0" indent="0" marL="0">
                        <a:buNone/>
                      </a:pPr>
                      <a:r>
                        <a:rPr/>
                        <a:t>691</a:t>
                      </a:r>
                    </a:p>
                  </a:txBody>
                </a:tc>
                <a:tc>
                  <a:txBody>
                    <a:bodyPr/>
                    <a:lstStyle/>
                    <a:p>
                      <a:pPr lvl="0" indent="0" marL="0">
                        <a:buNone/>
                      </a:pPr>
                      <a:r>
                        <a:rPr/>
                        <a:t>3.2</a:t>
                      </a:r>
                    </a:p>
                  </a:txBody>
                </a:tc>
                <a:tc>
                  <a:txBody>
                    <a:bodyPr/>
                    <a:lstStyle/>
                    <a:p>
                      <a:pPr lvl="0" indent="0" marL="0">
                        <a:buNone/>
                      </a:pPr>
                      <a:r>
                        <a:rPr/>
                        <a:t>28.8</a:t>
                      </a:r>
                    </a:p>
                  </a:txBody>
                </a:tc>
                <a:tc>
                  <a:txBody>
                    <a:bodyPr/>
                    <a:lstStyle/>
                    <a:p>
                      <a:pPr lvl="0" indent="0" marL="0">
                        <a:buNone/>
                      </a:pPr>
                      <a:r>
                        <a:rPr/>
                        <a:t>28.44</a:t>
                      </a:r>
                    </a:p>
                  </a:txBody>
                </a:tc>
                <a:tc>
                  <a:txBody>
                    <a:bodyPr/>
                    <a:lstStyle/>
                    <a:p>
                      <a:pPr lvl="0" indent="0" marL="0">
                        <a:buNone/>
                      </a:pPr>
                      <a:r>
                        <a:rPr/>
                        <a:t>water tupelo</a:t>
                      </a:r>
                    </a:p>
                  </a:txBody>
                </a:tc>
              </a:tr>
              <a:tr h="0">
                <a:tc>
                  <a:txBody>
                    <a:bodyPr/>
                    <a:lstStyle/>
                    <a:p>
                      <a:pPr lvl="0" indent="0" marL="0">
                        <a:buNone/>
                      </a:pPr>
                      <a:r>
                        <a:rPr/>
                        <a:t>137037</a:t>
                      </a:r>
                    </a:p>
                  </a:txBody>
                </a:tc>
                <a:tc>
                  <a:txBody>
                    <a:bodyPr/>
                    <a:lstStyle/>
                    <a:p>
                      <a:pPr lvl="0" indent="0" marL="0">
                        <a:buNone/>
                      </a:pPr>
                      <a:r>
                        <a:rPr/>
                        <a:t>691</a:t>
                      </a:r>
                    </a:p>
                  </a:txBody>
                </a:tc>
                <a:tc>
                  <a:txBody>
                    <a:bodyPr/>
                    <a:lstStyle/>
                    <a:p>
                      <a:pPr lvl="0" indent="0" marL="0">
                        <a:buNone/>
                      </a:pPr>
                      <a:r>
                        <a:rPr/>
                        <a:t>4.7</a:t>
                      </a:r>
                    </a:p>
                  </a:txBody>
                </a:tc>
                <a:tc>
                  <a:txBody>
                    <a:bodyPr/>
                    <a:lstStyle/>
                    <a:p>
                      <a:pPr lvl="0" indent="0" marL="0">
                        <a:buNone/>
                      </a:pPr>
                      <a:r>
                        <a:rPr/>
                        <a:t>31.4</a:t>
                      </a:r>
                    </a:p>
                  </a:txBody>
                </a:tc>
                <a:tc>
                  <a:txBody>
                    <a:bodyPr/>
                    <a:lstStyle/>
                    <a:p>
                      <a:pPr lvl="0" indent="0" marL="0">
                        <a:buNone/>
                      </a:pPr>
                      <a:r>
                        <a:rPr/>
                        <a:t>73.78</a:t>
                      </a:r>
                    </a:p>
                  </a:txBody>
                </a:tc>
                <a:tc>
                  <a:txBody>
                    <a:bodyPr/>
                    <a:lstStyle/>
                    <a:p>
                      <a:pPr lvl="0" indent="0" marL="0">
                        <a:buNone/>
                      </a:pPr>
                      <a:r>
                        <a:rPr/>
                        <a:t>water tupelo</a:t>
                      </a:r>
                    </a:p>
                  </a:txBody>
                </a:tc>
              </a:tr>
              <a:tr h="0">
                <a:tc>
                  <a:txBody>
                    <a:bodyPr/>
                    <a:lstStyle/>
                    <a:p>
                      <a:pPr lvl="0" indent="0" marL="0">
                        <a:buNone/>
                      </a:pPr>
                      <a:r>
                        <a:rPr/>
                        <a:t>137038</a:t>
                      </a:r>
                    </a:p>
                  </a:txBody>
                </a:tc>
                <a:tc>
                  <a:txBody>
                    <a:bodyPr/>
                    <a:lstStyle/>
                    <a:p>
                      <a:pPr lvl="0" indent="0" marL="0">
                        <a:buNone/>
                      </a:pPr>
                      <a:r>
                        <a:rPr/>
                        <a:t>691</a:t>
                      </a:r>
                    </a:p>
                  </a:txBody>
                </a:tc>
                <a:tc>
                  <a:txBody>
                    <a:bodyPr/>
                    <a:lstStyle/>
                    <a:p>
                      <a:pPr lvl="0" indent="0" marL="0">
                        <a:buNone/>
                      </a:pPr>
                      <a:r>
                        <a:rPr/>
                        <a:t>4.4</a:t>
                      </a:r>
                    </a:p>
                  </a:txBody>
                </a:tc>
                <a:tc>
                  <a:txBody>
                    <a:bodyPr/>
                    <a:lstStyle/>
                    <a:p>
                      <a:pPr lvl="0" indent="0" marL="0">
                        <a:buNone/>
                      </a:pPr>
                      <a:r>
                        <a:rPr/>
                        <a:t>26.9</a:t>
                      </a:r>
                    </a:p>
                  </a:txBody>
                </a:tc>
                <a:tc>
                  <a:txBody>
                    <a:bodyPr/>
                    <a:lstStyle/>
                    <a:p>
                      <a:pPr lvl="0" indent="0" marL="0">
                        <a:buNone/>
                      </a:pPr>
                      <a:r>
                        <a:rPr/>
                        <a:t>62.64</a:t>
                      </a:r>
                    </a:p>
                  </a:txBody>
                </a:tc>
                <a:tc>
                  <a:txBody>
                    <a:bodyPr/>
                    <a:lstStyle/>
                    <a:p>
                      <a:pPr lvl="0" indent="0" marL="0">
                        <a:buNone/>
                      </a:pPr>
                      <a:r>
                        <a:rPr/>
                        <a:t>water tupelo</a:t>
                      </a:r>
                    </a:p>
                  </a:txBody>
                </a:tc>
              </a:tr>
              <a:tr h="0">
                <a:tc>
                  <a:txBody>
                    <a:bodyPr/>
                    <a:lstStyle/>
                    <a:p>
                      <a:pPr lvl="0" indent="0" marL="0">
                        <a:buNone/>
                      </a:pPr>
                      <a:r>
                        <a:rPr/>
                        <a:t>137039</a:t>
                      </a:r>
                    </a:p>
                  </a:txBody>
                </a:tc>
                <a:tc>
                  <a:txBody>
                    <a:bodyPr/>
                    <a:lstStyle/>
                    <a:p>
                      <a:pPr lvl="0" indent="0" marL="0">
                        <a:buNone/>
                      </a:pPr>
                      <a:r>
                        <a:rPr/>
                        <a:t>691</a:t>
                      </a:r>
                    </a:p>
                  </a:txBody>
                </a:tc>
                <a:tc>
                  <a:txBody>
                    <a:bodyPr/>
                    <a:lstStyle/>
                    <a:p>
                      <a:pPr lvl="0" indent="0" marL="0">
                        <a:buNone/>
                      </a:pPr>
                      <a:r>
                        <a:rPr/>
                        <a:t>4.2</a:t>
                      </a:r>
                    </a:p>
                  </a:txBody>
                </a:tc>
                <a:tc>
                  <a:txBody>
                    <a:bodyPr/>
                    <a:lstStyle/>
                    <a:p>
                      <a:pPr lvl="0" indent="0" marL="0">
                        <a:buNone/>
                      </a:pPr>
                      <a:r>
                        <a:rPr/>
                        <a:t>28.1</a:t>
                      </a:r>
                    </a:p>
                  </a:txBody>
                </a:tc>
                <a:tc>
                  <a:txBody>
                    <a:bodyPr/>
                    <a:lstStyle/>
                    <a:p>
                      <a:pPr lvl="0" indent="0" marL="0">
                        <a:buNone/>
                      </a:pPr>
                      <a:r>
                        <a:rPr/>
                        <a:t>55.82</a:t>
                      </a:r>
                    </a:p>
                  </a:txBody>
                </a:tc>
                <a:tc>
                  <a:txBody>
                    <a:bodyPr/>
                    <a:lstStyle/>
                    <a:p>
                      <a:pPr lvl="0" indent="0" marL="0">
                        <a:buNone/>
                      </a:pPr>
                      <a:r>
                        <a:rPr/>
                        <a:t>water tupelo</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Testing k values</a:t>
            </a:r>
          </a:p>
        </p:txBody>
      </p:sp>
      <p:sp>
        <p:nvSpPr>
          <p:cNvPr id="3" name="Content Placeholder 2"/>
          <p:cNvSpPr>
            <a:spLocks noGrp="1"/>
          </p:cNvSpPr>
          <p:nvPr>
            <p:ph idx="1"/>
          </p:nvPr>
        </p:nvSpPr>
        <p:spPr/>
        <p:txBody>
          <a:bodyPr/>
          <a:lstStyle/>
          <a:p>
            <a:pPr lvl="0" indent="0">
              <a:buNone/>
            </a:pPr>
            <a:r>
              <a:rPr>
                <a:latin typeface="Courier"/>
              </a:rPr>
              <a:t>Average (RMSLE) for k = 3: 0.15806802121296354
Average (RMSLE) for k = 4: 0.16211832525051928
Average (RMSLE) for k = 5: 0.16800130283205583
Average (RMSLE) for k = 6: 0.1742492363008993
Average (RMSLE) for k = 7: 0.18028213163724163</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914400"/>
                <a:gridCol w="914400"/>
                <a:gridCol w="914400"/>
                <a:gridCol w="914400"/>
                <a:gridCol w="914400"/>
                <a:gridCol w="914400"/>
                <a:gridCol w="914400"/>
                <a:gridCol w="914400"/>
                <a:gridCol w="9144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c>
                  <a:txBody>
                    <a:bodyPr/>
                    <a:lstStyle/>
                    <a:p>
                      <a:pPr lvl="0" indent="0" marL="0">
                        <a:buNone/>
                      </a:pPr>
                      <a:r>
                        <a:rPr/>
                        <a:t>VOLUME</a:t>
                      </a:r>
                    </a:p>
                  </a:txBody>
                  <a:tcPr/>
                </a:tc>
                <a:tc>
                  <a:txBody>
                    <a:bodyPr/>
                    <a:lstStyle/>
                    <a:p>
                      <a:pPr lvl="0" indent="0" marL="0">
                        <a:buNone/>
                      </a:pPr>
                      <a:r>
                        <a:rPr/>
                        <a:t>H_D_INT</a:t>
                      </a:r>
                    </a:p>
                  </a:txBody>
                  <a:tcPr/>
                </a:tc>
                <a:tc>
                  <a:txBody>
                    <a:bodyPr/>
                    <a:lstStyle/>
                    <a:p>
                      <a:pPr lvl="0" indent="0" marL="0">
                        <a:buNone/>
                      </a:pPr>
                      <a:r>
                        <a:rPr/>
                        <a:t>H_SQUARED</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c>
                  <a:txBody>
                    <a:bodyPr/>
                    <a:lstStyle/>
                    <a:p>
                      <a:pPr lvl="0" indent="0" marL="0">
                        <a:buNone/>
                      </a:pPr>
                      <a:r>
                        <a:rPr/>
                        <a:t>1996.873144</a:t>
                      </a:r>
                    </a:p>
                  </a:txBody>
                </a:tc>
                <a:tc>
                  <a:txBody>
                    <a:bodyPr/>
                    <a:lstStyle/>
                    <a:p>
                      <a:pPr lvl="0" indent="0" marL="0">
                        <a:buNone/>
                      </a:pPr>
                      <a:r>
                        <a:rPr/>
                        <a:t>339.00</a:t>
                      </a:r>
                    </a:p>
                  </a:txBody>
                </a:tc>
                <a:tc>
                  <a:txBody>
                    <a:bodyPr/>
                    <a:lstStyle/>
                    <a:p>
                      <a:pPr lvl="0" indent="0" marL="0">
                        <a:buNone/>
                      </a:pPr>
                      <a:r>
                        <a:rPr/>
                        <a:t>2043.04</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c>
                  <a:txBody>
                    <a:bodyPr/>
                    <a:lstStyle/>
                    <a:p>
                      <a:pPr lvl="0" indent="0" marL="0">
                        <a:buNone/>
                      </a:pPr>
                      <a:r>
                        <a:rPr/>
                        <a:t>4259.150167</a:t>
                      </a:r>
                    </a:p>
                  </a:txBody>
                </a:tc>
                <a:tc>
                  <a:txBody>
                    <a:bodyPr/>
                    <a:lstStyle/>
                    <a:p>
                      <a:pPr lvl="0" indent="0" marL="0">
                        <a:buNone/>
                      </a:pPr>
                      <a:r>
                        <a:rPr/>
                        <a:t>583.11</a:t>
                      </a:r>
                    </a:p>
                  </a:txBody>
                </a:tc>
                <a:tc>
                  <a:txBody>
                    <a:bodyPr/>
                    <a:lstStyle/>
                    <a:p>
                      <a:pPr lvl="0" indent="0" marL="0">
                        <a:buNone/>
                      </a:pPr>
                      <a:r>
                        <a:rPr/>
                        <a:t>3931.29</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c>
                  <a:txBody>
                    <a:bodyPr/>
                    <a:lstStyle/>
                    <a:p>
                      <a:pPr lvl="0" indent="0" marL="0">
                        <a:buNone/>
                      </a:pPr>
                      <a:r>
                        <a:rPr/>
                        <a:t>4190.019479</a:t>
                      </a:r>
                    </a:p>
                  </a:txBody>
                </a:tc>
                <a:tc>
                  <a:txBody>
                    <a:bodyPr/>
                    <a:lstStyle/>
                    <a:p>
                      <a:pPr lvl="0" indent="0" marL="0">
                        <a:buNone/>
                      </a:pPr>
                      <a:r>
                        <a:rPr/>
                        <a:t>549.99</a:t>
                      </a:r>
                    </a:p>
                  </a:txBody>
                </a:tc>
                <a:tc>
                  <a:txBody>
                    <a:bodyPr/>
                    <a:lstStyle/>
                    <a:p>
                      <a:pPr lvl="0" indent="0" marL="0">
                        <a:buNone/>
                      </a:pPr>
                      <a:r>
                        <a:rPr/>
                        <a:t>3214.89</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c>
                  <a:txBody>
                    <a:bodyPr/>
                    <a:lstStyle/>
                    <a:p>
                      <a:pPr lvl="0" indent="0" marL="0">
                        <a:buNone/>
                      </a:pPr>
                      <a:r>
                        <a:rPr/>
                        <a:t>6746.844127</a:t>
                      </a:r>
                    </a:p>
                  </a:txBody>
                </a:tc>
                <a:tc>
                  <a:txBody>
                    <a:bodyPr/>
                    <a:lstStyle/>
                    <a:p>
                      <a:pPr lvl="0" indent="0" marL="0">
                        <a:buNone/>
                      </a:pPr>
                      <a:r>
                        <a:rPr/>
                        <a:t>753.54</a:t>
                      </a:r>
                    </a:p>
                  </a:txBody>
                </a:tc>
                <a:tc>
                  <a:txBody>
                    <a:bodyPr/>
                    <a:lstStyle/>
                    <a:p>
                      <a:pPr lvl="0" indent="0" marL="0">
                        <a:buNone/>
                      </a:pPr>
                      <a:r>
                        <a:rPr/>
                        <a:t>4369.21</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c>
                  <a:txBody>
                    <a:bodyPr/>
                    <a:lstStyle/>
                    <a:p>
                      <a:pPr lvl="0" indent="0" marL="0">
                        <a:buNone/>
                      </a:pPr>
                      <a:r>
                        <a:rPr/>
                        <a:t>1666.399867</a:t>
                      </a:r>
                    </a:p>
                  </a:txBody>
                </a:tc>
                <a:tc>
                  <a:txBody>
                    <a:bodyPr/>
                    <a:lstStyle/>
                    <a:p>
                      <a:pPr lvl="0" indent="0" marL="0">
                        <a:buNone/>
                      </a:pPr>
                      <a:r>
                        <a:rPr/>
                        <a:t>331.52</a:t>
                      </a:r>
                    </a:p>
                  </a:txBody>
                </a:tc>
                <a:tc>
                  <a:txBody>
                    <a:bodyPr/>
                    <a:lstStyle/>
                    <a:p>
                      <a:pPr lvl="0" indent="0" marL="0">
                        <a:buNone/>
                      </a:pPr>
                      <a:r>
                        <a:rPr/>
                        <a:t>2683.24</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107641</a:t>
                      </a:r>
                    </a:p>
                  </a:txBody>
                </a:tc>
                <a:tc>
                  <a:txBody>
                    <a:bodyPr/>
                    <a:lstStyle/>
                    <a:p>
                      <a:pPr lvl="0" indent="0" marL="0">
                        <a:buNone/>
                      </a:pPr>
                      <a:r>
                        <a:rPr/>
                        <a:t>461</a:t>
                      </a:r>
                    </a:p>
                  </a:txBody>
                </a:tc>
                <a:tc>
                  <a:txBody>
                    <a:bodyPr/>
                    <a:lstStyle/>
                    <a:p>
                      <a:pPr lvl="0" indent="0" marL="0">
                        <a:buNone/>
                      </a:pPr>
                      <a:r>
                        <a:rPr/>
                        <a:t>17.5</a:t>
                      </a:r>
                    </a:p>
                  </a:txBody>
                </a:tc>
                <a:tc>
                  <a:txBody>
                    <a:bodyPr/>
                    <a:lstStyle/>
                    <a:p>
                      <a:pPr lvl="0" indent="0" marL="0">
                        <a:buNone/>
                      </a:pPr>
                      <a:r>
                        <a:rPr/>
                        <a:t>87.4</a:t>
                      </a:r>
                    </a:p>
                  </a:txBody>
                </a:tc>
                <a:tc>
                  <a:txBody>
                    <a:bodyPr/>
                    <a:lstStyle/>
                    <a:p>
                      <a:pPr lvl="0" indent="0" marL="0">
                        <a:buNone/>
                      </a:pPr>
                      <a:r>
                        <a:rPr/>
                        <a:t>2042.09</a:t>
                      </a:r>
                    </a:p>
                  </a:txBody>
                </a:tc>
                <a:tc>
                  <a:txBody>
                    <a:bodyPr/>
                    <a:lstStyle/>
                    <a:p>
                      <a:pPr lvl="0" indent="0" marL="0">
                        <a:buNone/>
                      </a:pPr>
                      <a:r>
                        <a:rPr/>
                        <a:t>sugarberry</a:t>
                      </a:r>
                    </a:p>
                  </a:txBody>
                </a:tc>
                <a:tc>
                  <a:txBody>
                    <a:bodyPr/>
                    <a:lstStyle/>
                    <a:p>
                      <a:pPr lvl="0" indent="0" marL="0">
                        <a:buNone/>
                      </a:pPr>
                      <a:r>
                        <a:rPr/>
                        <a:t>21022.145834</a:t>
                      </a:r>
                    </a:p>
                  </a:txBody>
                </a:tc>
                <a:tc>
                  <a:txBody>
                    <a:bodyPr/>
                    <a:lstStyle/>
                    <a:p>
                      <a:pPr lvl="0" indent="0" marL="0">
                        <a:buNone/>
                      </a:pPr>
                      <a:r>
                        <a:rPr/>
                        <a:t>1529.50</a:t>
                      </a:r>
                    </a:p>
                  </a:txBody>
                </a:tc>
                <a:tc>
                  <a:txBody>
                    <a:bodyPr/>
                    <a:lstStyle/>
                    <a:p>
                      <a:pPr lvl="0" indent="0" marL="0">
                        <a:buNone/>
                      </a:pPr>
                      <a:r>
                        <a:rPr/>
                        <a:t>7638.76</a:t>
                      </a:r>
                    </a:p>
                  </a:txBody>
                </a:tc>
              </a:tr>
              <a:tr h="0">
                <a:tc>
                  <a:txBody>
                    <a:bodyPr/>
                    <a:lstStyle/>
                    <a:p>
                      <a:pPr lvl="0" indent="0" marL="0">
                        <a:buNone/>
                      </a:pPr>
                      <a:r>
                        <a:rPr/>
                        <a:t>107642</a:t>
                      </a:r>
                    </a:p>
                  </a:txBody>
                </a:tc>
                <a:tc>
                  <a:txBody>
                    <a:bodyPr/>
                    <a:lstStyle/>
                    <a:p>
                      <a:pPr lvl="0" indent="0" marL="0">
                        <a:buNone/>
                      </a:pPr>
                      <a:r>
                        <a:rPr/>
                        <a:t>461</a:t>
                      </a:r>
                    </a:p>
                  </a:txBody>
                </a:tc>
                <a:tc>
                  <a:txBody>
                    <a:bodyPr/>
                    <a:lstStyle/>
                    <a:p>
                      <a:pPr lvl="0" indent="0" marL="0">
                        <a:buNone/>
                      </a:pPr>
                      <a:r>
                        <a:rPr/>
                        <a:t>10.0</a:t>
                      </a:r>
                    </a:p>
                  </a:txBody>
                </a:tc>
                <a:tc>
                  <a:txBody>
                    <a:bodyPr/>
                    <a:lstStyle/>
                    <a:p>
                      <a:pPr lvl="0" indent="0" marL="0">
                        <a:buNone/>
                      </a:pPr>
                      <a:r>
                        <a:rPr/>
                        <a:t>66.5</a:t>
                      </a:r>
                    </a:p>
                  </a:txBody>
                </a:tc>
                <a:tc>
                  <a:txBody>
                    <a:bodyPr/>
                    <a:lstStyle/>
                    <a:p>
                      <a:pPr lvl="0" indent="0" marL="0">
                        <a:buNone/>
                      </a:pPr>
                      <a:r>
                        <a:rPr/>
                        <a:t>565.80</a:t>
                      </a:r>
                    </a:p>
                  </a:txBody>
                </a:tc>
                <a:tc>
                  <a:txBody>
                    <a:bodyPr/>
                    <a:lstStyle/>
                    <a:p>
                      <a:pPr lvl="0" indent="0" marL="0">
                        <a:buNone/>
                      </a:pPr>
                      <a:r>
                        <a:rPr/>
                        <a:t>sugarberry</a:t>
                      </a:r>
                    </a:p>
                  </a:txBody>
                </a:tc>
                <a:tc>
                  <a:txBody>
                    <a:bodyPr/>
                    <a:lstStyle/>
                    <a:p>
                      <a:pPr lvl="0" indent="0" marL="0">
                        <a:buNone/>
                      </a:pPr>
                      <a:r>
                        <a:rPr/>
                        <a:t>5222.893375</a:t>
                      </a:r>
                    </a:p>
                  </a:txBody>
                </a:tc>
                <a:tc>
                  <a:txBody>
                    <a:bodyPr/>
                    <a:lstStyle/>
                    <a:p>
                      <a:pPr lvl="0" indent="0" marL="0">
                        <a:buNone/>
                      </a:pPr>
                      <a:r>
                        <a:rPr/>
                        <a:t>665.00</a:t>
                      </a:r>
                    </a:p>
                  </a:txBody>
                </a:tc>
                <a:tc>
                  <a:txBody>
                    <a:bodyPr/>
                    <a:lstStyle/>
                    <a:p>
                      <a:pPr lvl="0" indent="0" marL="0">
                        <a:buNone/>
                      </a:pPr>
                      <a:r>
                        <a:rPr/>
                        <a:t>4422.25</a:t>
                      </a:r>
                    </a:p>
                  </a:txBody>
                </a:tc>
              </a:tr>
              <a:tr h="0">
                <a:tc>
                  <a:txBody>
                    <a:bodyPr/>
                    <a:lstStyle/>
                    <a:p>
                      <a:pPr lvl="0" indent="0" marL="0">
                        <a:buNone/>
                      </a:pPr>
                      <a:r>
                        <a:rPr/>
                        <a:t>107643</a:t>
                      </a:r>
                    </a:p>
                  </a:txBody>
                </a:tc>
                <a:tc>
                  <a:txBody>
                    <a:bodyPr/>
                    <a:lstStyle/>
                    <a:p>
                      <a:pPr lvl="0" indent="0" marL="0">
                        <a:buNone/>
                      </a:pPr>
                      <a:r>
                        <a:rPr/>
                        <a:t>461</a:t>
                      </a:r>
                    </a:p>
                  </a:txBody>
                </a:tc>
                <a:tc>
                  <a:txBody>
                    <a:bodyPr/>
                    <a:lstStyle/>
                    <a:p>
                      <a:pPr lvl="0" indent="0" marL="0">
                        <a:buNone/>
                      </a:pPr>
                      <a:r>
                        <a:rPr/>
                        <a:t>6.2</a:t>
                      </a:r>
                    </a:p>
                  </a:txBody>
                </a:tc>
                <a:tc>
                  <a:txBody>
                    <a:bodyPr/>
                    <a:lstStyle/>
                    <a:p>
                      <a:pPr lvl="0" indent="0" marL="0">
                        <a:buNone/>
                      </a:pPr>
                      <a:r>
                        <a:rPr/>
                        <a:t>54.2</a:t>
                      </a:r>
                    </a:p>
                  </a:txBody>
                </a:tc>
                <a:tc>
                  <a:txBody>
                    <a:bodyPr/>
                    <a:lstStyle/>
                    <a:p>
                      <a:pPr lvl="0" indent="0" marL="0">
                        <a:buNone/>
                      </a:pPr>
                      <a:r>
                        <a:rPr/>
                        <a:t>191.04</a:t>
                      </a:r>
                    </a:p>
                  </a:txBody>
                </a:tc>
                <a:tc>
                  <a:txBody>
                    <a:bodyPr/>
                    <a:lstStyle/>
                    <a:p>
                      <a:pPr lvl="0" indent="0" marL="0">
                        <a:buNone/>
                      </a:pPr>
                      <a:r>
                        <a:rPr/>
                        <a:t>sugarberry</a:t>
                      </a:r>
                    </a:p>
                  </a:txBody>
                </a:tc>
                <a:tc>
                  <a:txBody>
                    <a:bodyPr/>
                    <a:lstStyle/>
                    <a:p>
                      <a:pPr lvl="0" indent="0" marL="0">
                        <a:buNone/>
                      </a:pPr>
                      <a:r>
                        <a:rPr/>
                        <a:t>1636.334851</a:t>
                      </a:r>
                    </a:p>
                  </a:txBody>
                </a:tc>
                <a:tc>
                  <a:txBody>
                    <a:bodyPr/>
                    <a:lstStyle/>
                    <a:p>
                      <a:pPr lvl="0" indent="0" marL="0">
                        <a:buNone/>
                      </a:pPr>
                      <a:r>
                        <a:rPr/>
                        <a:t>336.04</a:t>
                      </a:r>
                    </a:p>
                  </a:txBody>
                </a:tc>
                <a:tc>
                  <a:txBody>
                    <a:bodyPr/>
                    <a:lstStyle/>
                    <a:p>
                      <a:pPr lvl="0" indent="0" marL="0">
                        <a:buNone/>
                      </a:pPr>
                      <a:r>
                        <a:rPr/>
                        <a:t>2937.64</a:t>
                      </a:r>
                    </a:p>
                  </a:txBody>
                </a:tc>
              </a:tr>
              <a:tr h="0">
                <a:tc>
                  <a:txBody>
                    <a:bodyPr/>
                    <a:lstStyle/>
                    <a:p>
                      <a:pPr lvl="0" indent="0" marL="0">
                        <a:buNone/>
                      </a:pPr>
                      <a:r>
                        <a:rPr/>
                        <a:t>107644</a:t>
                      </a:r>
                    </a:p>
                  </a:txBody>
                </a:tc>
                <a:tc>
                  <a:txBody>
                    <a:bodyPr/>
                    <a:lstStyle/>
                    <a:p>
                      <a:pPr lvl="0" indent="0" marL="0">
                        <a:buNone/>
                      </a:pPr>
                      <a:r>
                        <a:rPr/>
                        <a:t>461</a:t>
                      </a:r>
                    </a:p>
                  </a:txBody>
                </a:tc>
                <a:tc>
                  <a:txBody>
                    <a:bodyPr/>
                    <a:lstStyle/>
                    <a:p>
                      <a:pPr lvl="0" indent="0" marL="0">
                        <a:buNone/>
                      </a:pPr>
                      <a:r>
                        <a:rPr/>
                        <a:t>16.0</a:t>
                      </a:r>
                    </a:p>
                  </a:txBody>
                </a:tc>
                <a:tc>
                  <a:txBody>
                    <a:bodyPr/>
                    <a:lstStyle/>
                    <a:p>
                      <a:pPr lvl="0" indent="0" marL="0">
                        <a:buNone/>
                      </a:pPr>
                      <a:r>
                        <a:rPr/>
                        <a:t>82.5</a:t>
                      </a:r>
                    </a:p>
                  </a:txBody>
                </a:tc>
                <a:tc>
                  <a:txBody>
                    <a:bodyPr/>
                    <a:lstStyle/>
                    <a:p>
                      <a:pPr lvl="0" indent="0" marL="0">
                        <a:buNone/>
                      </a:pPr>
                      <a:r>
                        <a:rPr/>
                        <a:t>1632.64</a:t>
                      </a:r>
                    </a:p>
                  </a:txBody>
                </a:tc>
                <a:tc>
                  <a:txBody>
                    <a:bodyPr/>
                    <a:lstStyle/>
                    <a:p>
                      <a:pPr lvl="0" indent="0" marL="0">
                        <a:buNone/>
                      </a:pPr>
                      <a:r>
                        <a:rPr/>
                        <a:t>sugarberry</a:t>
                      </a:r>
                    </a:p>
                  </a:txBody>
                </a:tc>
                <a:tc>
                  <a:txBody>
                    <a:bodyPr/>
                    <a:lstStyle/>
                    <a:p>
                      <a:pPr lvl="0" indent="0" marL="0">
                        <a:buNone/>
                      </a:pPr>
                      <a:r>
                        <a:rPr/>
                        <a:t>16587.595200</a:t>
                      </a:r>
                    </a:p>
                  </a:txBody>
                </a:tc>
                <a:tc>
                  <a:txBody>
                    <a:bodyPr/>
                    <a:lstStyle/>
                    <a:p>
                      <a:pPr lvl="0" indent="0" marL="0">
                        <a:buNone/>
                      </a:pPr>
                      <a:r>
                        <a:rPr/>
                        <a:t>1320.00</a:t>
                      </a:r>
                    </a:p>
                  </a:txBody>
                </a:tc>
                <a:tc>
                  <a:txBody>
                    <a:bodyPr/>
                    <a:lstStyle/>
                    <a:p>
                      <a:pPr lvl="0" indent="0" marL="0">
                        <a:buNone/>
                      </a:pPr>
                      <a:r>
                        <a:rPr/>
                        <a:t>6806.25</a:t>
                      </a:r>
                    </a:p>
                  </a:txBody>
                </a:tc>
              </a:tr>
              <a:tr h="0">
                <a:tc>
                  <a:txBody>
                    <a:bodyPr/>
                    <a:lstStyle/>
                    <a:p>
                      <a:pPr lvl="0" indent="0" marL="0">
                        <a:buNone/>
                      </a:pPr>
                      <a:r>
                        <a:rPr/>
                        <a:t>107645</a:t>
                      </a:r>
                    </a:p>
                  </a:txBody>
                </a:tc>
                <a:tc>
                  <a:txBody>
                    <a:bodyPr/>
                    <a:lstStyle/>
                    <a:p>
                      <a:pPr lvl="0" indent="0" marL="0">
                        <a:buNone/>
                      </a:pPr>
                      <a:r>
                        <a:rPr/>
                        <a:t>461</a:t>
                      </a:r>
                    </a:p>
                  </a:txBody>
                </a:tc>
                <a:tc>
                  <a:txBody>
                    <a:bodyPr/>
                    <a:lstStyle/>
                    <a:p>
                      <a:pPr lvl="0" indent="0" marL="0">
                        <a:buNone/>
                      </a:pPr>
                      <a:r>
                        <a:rPr/>
                        <a:t>16.7</a:t>
                      </a:r>
                    </a:p>
                  </a:txBody>
                </a:tc>
                <a:tc>
                  <a:txBody>
                    <a:bodyPr/>
                    <a:lstStyle/>
                    <a:p>
                      <a:pPr lvl="0" indent="0" marL="0">
                        <a:buNone/>
                      </a:pPr>
                      <a:r>
                        <a:rPr/>
                        <a:t>76.5</a:t>
                      </a:r>
                    </a:p>
                  </a:txBody>
                </a:tc>
                <a:tc>
                  <a:txBody>
                    <a:bodyPr/>
                    <a:lstStyle/>
                    <a:p>
                      <a:pPr lvl="0" indent="0" marL="0">
                        <a:buNone/>
                      </a:pPr>
                      <a:r>
                        <a:rPr/>
                        <a:t>1644.66</a:t>
                      </a:r>
                    </a:p>
                  </a:txBody>
                </a:tc>
                <a:tc>
                  <a:txBody>
                    <a:bodyPr/>
                    <a:lstStyle/>
                    <a:p>
                      <a:pPr lvl="0" indent="0" marL="0">
                        <a:buNone/>
                      </a:pPr>
                      <a:r>
                        <a:rPr/>
                        <a:t>sugarberry</a:t>
                      </a:r>
                    </a:p>
                  </a:txBody>
                </a:tc>
                <a:tc>
                  <a:txBody>
                    <a:bodyPr/>
                    <a:lstStyle/>
                    <a:p>
                      <a:pPr lvl="0" indent="0" marL="0">
                        <a:buNone/>
                      </a:pPr>
                      <a:r>
                        <a:rPr/>
                        <a:t>16756.522421</a:t>
                      </a:r>
                    </a:p>
                  </a:txBody>
                </a:tc>
                <a:tc>
                  <a:txBody>
                    <a:bodyPr/>
                    <a:lstStyle/>
                    <a:p>
                      <a:pPr lvl="0" indent="0" marL="0">
                        <a:buNone/>
                      </a:pPr>
                      <a:r>
                        <a:rPr/>
                        <a:t>1277.55</a:t>
                      </a:r>
                    </a:p>
                  </a:txBody>
                </a:tc>
                <a:tc>
                  <a:txBody>
                    <a:bodyPr/>
                    <a:lstStyle/>
                    <a:p>
                      <a:pPr lvl="0" indent="0" marL="0">
                        <a:buNone/>
                      </a:pPr>
                      <a:r>
                        <a:rPr/>
                        <a:t>5852.25</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Testing and comparing models</a:t>
            </a:r>
          </a:p>
        </p:txBody>
      </p:sp>
      <p:sp>
        <p:nvSpPr>
          <p:cNvPr id="3" name="Content Placeholder 2"/>
          <p:cNvSpPr>
            <a:spLocks noGrp="1"/>
          </p:cNvSpPr>
          <p:nvPr>
            <p:ph idx="1"/>
          </p:nvPr>
        </p:nvSpPr>
        <p:spPr/>
        <p:txBody>
          <a:bodyPr/>
          <a:lstStyle/>
          <a:p>
            <a:pPr lvl="0" indent="0">
              <a:buNone/>
            </a:pPr>
            <a:r>
              <a:rPr>
                <a:latin typeface="Courier"/>
              </a:rPr>
              <a:t>Height squared average RMSLE: 0.17184054030163723
Height * diameter interacion average RMSLE: 0.15621420330928676
Volume feature average RMSLE: 0.1554593982967315</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2025-12-15T02:29:56Z</dcterms:created>
  <dcterms:modified xsi:type="dcterms:W3CDTF">2025-12-15T02:29:56Z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